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60"/>
    <p:restoredTop sz="66391"/>
  </p:normalViewPr>
  <p:slideViewPr>
    <p:cSldViewPr snapToGrid="0" snapToObjects="1">
      <p:cViewPr>
        <p:scale>
          <a:sx n="150" d="100"/>
          <a:sy n="150" d="100"/>
        </p:scale>
        <p:origin x="368"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ata9.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10.svg"/><Relationship Id="rId4" Type="http://schemas.openxmlformats.org/officeDocument/2006/relationships/image" Target="../media/image18.svg"/><Relationship Id="rId9" Type="http://schemas.openxmlformats.org/officeDocument/2006/relationships/image" Target="../media/image9.pn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9.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10.svg"/><Relationship Id="rId4" Type="http://schemas.openxmlformats.org/officeDocument/2006/relationships/image" Target="../media/image18.svg"/><Relationship Id="rId9" Type="http://schemas.openxmlformats.org/officeDocument/2006/relationships/image" Target="../media/image9.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BA6008-1166-4214-81EA-D86E824F3AB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0CED843B-F50F-4A2C-8A5E-006B1EEFFA9A}">
      <dgm:prSet/>
      <dgm:spPr/>
      <dgm:t>
        <a:bodyPr/>
        <a:lstStyle/>
        <a:p>
          <a:r>
            <a:rPr lang="en-US"/>
            <a:t>Objectives &amp; Agenda:</a:t>
          </a:r>
        </a:p>
      </dgm:t>
    </dgm:pt>
    <dgm:pt modelId="{2A09C9D4-7A19-479C-B836-4EB760B45EDB}" type="parTrans" cxnId="{EA84B3E7-3FD3-40C7-88C3-BCB0186D5967}">
      <dgm:prSet/>
      <dgm:spPr/>
      <dgm:t>
        <a:bodyPr/>
        <a:lstStyle/>
        <a:p>
          <a:endParaRPr lang="en-US"/>
        </a:p>
      </dgm:t>
    </dgm:pt>
    <dgm:pt modelId="{0AC781C6-81D1-4035-931A-52F90151A049}" type="sibTrans" cxnId="{EA84B3E7-3FD3-40C7-88C3-BCB0186D5967}">
      <dgm:prSet/>
      <dgm:spPr/>
      <dgm:t>
        <a:bodyPr/>
        <a:lstStyle/>
        <a:p>
          <a:endParaRPr lang="en-US"/>
        </a:p>
      </dgm:t>
    </dgm:pt>
    <dgm:pt modelId="{63809F29-54B6-4222-8866-3E732FE3229F}">
      <dgm:prSet/>
      <dgm:spPr/>
      <dgm:t>
        <a:bodyPr/>
        <a:lstStyle/>
        <a:p>
          <a:r>
            <a:rPr lang="en-US"/>
            <a:t>• Describe the CIA triad (Confidentiality, Integrity, Availability).</a:t>
          </a:r>
        </a:p>
      </dgm:t>
    </dgm:pt>
    <dgm:pt modelId="{BEFAF5EC-71A4-4FBC-94F4-01ADEDBEF195}" type="parTrans" cxnId="{22B4C638-D603-4C18-9F7E-D1F3A7AFB64A}">
      <dgm:prSet/>
      <dgm:spPr/>
      <dgm:t>
        <a:bodyPr/>
        <a:lstStyle/>
        <a:p>
          <a:endParaRPr lang="en-US"/>
        </a:p>
      </dgm:t>
    </dgm:pt>
    <dgm:pt modelId="{C7902D7A-FB51-4424-9CC0-A97AC016DC68}" type="sibTrans" cxnId="{22B4C638-D603-4C18-9F7E-D1F3A7AFB64A}">
      <dgm:prSet/>
      <dgm:spPr/>
      <dgm:t>
        <a:bodyPr/>
        <a:lstStyle/>
        <a:p>
          <a:endParaRPr lang="en-US"/>
        </a:p>
      </dgm:t>
    </dgm:pt>
    <dgm:pt modelId="{9776FD29-1D09-467D-A121-A56FCEBF4419}">
      <dgm:prSet/>
      <dgm:spPr/>
      <dgm:t>
        <a:bodyPr/>
        <a:lstStyle/>
        <a:p>
          <a:r>
            <a:rPr lang="en-US"/>
            <a:t>• Define asset, vulnerability, threat and risk.</a:t>
          </a:r>
        </a:p>
      </dgm:t>
    </dgm:pt>
    <dgm:pt modelId="{3A1357BC-FC4F-4358-A10A-C9EFABD7DDE2}" type="parTrans" cxnId="{FBDA405C-36E6-4881-9F7B-9F19AFAD90D7}">
      <dgm:prSet/>
      <dgm:spPr/>
      <dgm:t>
        <a:bodyPr/>
        <a:lstStyle/>
        <a:p>
          <a:endParaRPr lang="en-US"/>
        </a:p>
      </dgm:t>
    </dgm:pt>
    <dgm:pt modelId="{CEE0E4A3-CAE3-4066-9DDB-AD44F037D3FF}" type="sibTrans" cxnId="{FBDA405C-36E6-4881-9F7B-9F19AFAD90D7}">
      <dgm:prSet/>
      <dgm:spPr/>
      <dgm:t>
        <a:bodyPr/>
        <a:lstStyle/>
        <a:p>
          <a:endParaRPr lang="en-US"/>
        </a:p>
      </dgm:t>
    </dgm:pt>
    <dgm:pt modelId="{8D876824-DEC1-4F6A-BC65-06FB5EC8AB01}">
      <dgm:prSet/>
      <dgm:spPr/>
      <dgm:t>
        <a:bodyPr/>
        <a:lstStyle/>
        <a:p>
          <a:r>
            <a:rPr lang="en-US"/>
            <a:t>• Analyse a breach using risk vocabulary.</a:t>
          </a:r>
        </a:p>
      </dgm:t>
    </dgm:pt>
    <dgm:pt modelId="{68E2B7EB-7602-4137-A024-CFA6D70333B3}" type="parTrans" cxnId="{599573A7-425D-4C8E-8A29-6FBEF2A5E3A2}">
      <dgm:prSet/>
      <dgm:spPr/>
      <dgm:t>
        <a:bodyPr/>
        <a:lstStyle/>
        <a:p>
          <a:endParaRPr lang="en-US"/>
        </a:p>
      </dgm:t>
    </dgm:pt>
    <dgm:pt modelId="{A4CDBA48-FD88-4BF7-B27F-4295791576ED}" type="sibTrans" cxnId="{599573A7-425D-4C8E-8A29-6FBEF2A5E3A2}">
      <dgm:prSet/>
      <dgm:spPr/>
      <dgm:t>
        <a:bodyPr/>
        <a:lstStyle/>
        <a:p>
          <a:endParaRPr lang="en-US"/>
        </a:p>
      </dgm:t>
    </dgm:pt>
    <dgm:pt modelId="{9865FB01-8944-41A9-85DD-BFFF3435B884}">
      <dgm:prSet/>
      <dgm:spPr/>
      <dgm:t>
        <a:bodyPr/>
        <a:lstStyle/>
        <a:p>
          <a:r>
            <a:rPr lang="en-US"/>
            <a:t>• Practise hashing &amp; encoding via an online lab.</a:t>
          </a:r>
        </a:p>
      </dgm:t>
    </dgm:pt>
    <dgm:pt modelId="{A248195A-6C8E-446A-8E5A-4D09E3F7864A}" type="parTrans" cxnId="{372ADB03-E69E-4ABE-AC1D-ADBBE3C0D610}">
      <dgm:prSet/>
      <dgm:spPr/>
      <dgm:t>
        <a:bodyPr/>
        <a:lstStyle/>
        <a:p>
          <a:endParaRPr lang="en-US"/>
        </a:p>
      </dgm:t>
    </dgm:pt>
    <dgm:pt modelId="{5B023C49-FB41-47E9-917F-CDCFB44ED78D}" type="sibTrans" cxnId="{372ADB03-E69E-4ABE-AC1D-ADBBE3C0D610}">
      <dgm:prSet/>
      <dgm:spPr/>
      <dgm:t>
        <a:bodyPr/>
        <a:lstStyle/>
        <a:p>
          <a:endParaRPr lang="en-US"/>
        </a:p>
      </dgm:t>
    </dgm:pt>
    <dgm:pt modelId="{D3D6B3F1-301D-4E43-BF15-23B103640C7D}">
      <dgm:prSet/>
      <dgm:spPr/>
      <dgm:t>
        <a:bodyPr/>
        <a:lstStyle/>
        <a:p>
          <a:r>
            <a:rPr lang="en-US"/>
            <a:t>• Reflect on ethics through a writing assignment.</a:t>
          </a:r>
        </a:p>
      </dgm:t>
    </dgm:pt>
    <dgm:pt modelId="{D264780C-FBBB-4869-9597-163F9839824D}" type="parTrans" cxnId="{1B9421AB-BF5B-4074-99E7-94FA1D86FC74}">
      <dgm:prSet/>
      <dgm:spPr/>
      <dgm:t>
        <a:bodyPr/>
        <a:lstStyle/>
        <a:p>
          <a:endParaRPr lang="en-US"/>
        </a:p>
      </dgm:t>
    </dgm:pt>
    <dgm:pt modelId="{1A30B79F-8E7A-4A50-9CDD-53A0073FBCC7}" type="sibTrans" cxnId="{1B9421AB-BF5B-4074-99E7-94FA1D86FC74}">
      <dgm:prSet/>
      <dgm:spPr/>
      <dgm:t>
        <a:bodyPr/>
        <a:lstStyle/>
        <a:p>
          <a:endParaRPr lang="en-US"/>
        </a:p>
      </dgm:t>
    </dgm:pt>
    <dgm:pt modelId="{64A2C9E8-82C0-4626-895D-0BDB651FD0BA}">
      <dgm:prSet/>
      <dgm:spPr/>
      <dgm:t>
        <a:bodyPr/>
        <a:lstStyle/>
        <a:p>
          <a:r>
            <a:rPr lang="en-US"/>
            <a:t>Agenda: Review, CIA triad, risk vocab, case study, lab, ethics discussion, wrap‑up.</a:t>
          </a:r>
        </a:p>
      </dgm:t>
    </dgm:pt>
    <dgm:pt modelId="{8140F34C-C6C5-4C06-BF02-FBE64C7EDCCF}" type="parTrans" cxnId="{AEA1F914-FF74-447C-AB61-FDEF35800820}">
      <dgm:prSet/>
      <dgm:spPr/>
      <dgm:t>
        <a:bodyPr/>
        <a:lstStyle/>
        <a:p>
          <a:endParaRPr lang="en-US"/>
        </a:p>
      </dgm:t>
    </dgm:pt>
    <dgm:pt modelId="{BA212F3E-ADDA-43F6-8746-82C6D3026B7B}" type="sibTrans" cxnId="{AEA1F914-FF74-447C-AB61-FDEF35800820}">
      <dgm:prSet/>
      <dgm:spPr/>
      <dgm:t>
        <a:bodyPr/>
        <a:lstStyle/>
        <a:p>
          <a:endParaRPr lang="en-US"/>
        </a:p>
      </dgm:t>
    </dgm:pt>
    <dgm:pt modelId="{4F92AFD9-57D2-4A3B-84AA-033DCD1FC2D2}" type="pres">
      <dgm:prSet presAssocID="{5DBA6008-1166-4214-81EA-D86E824F3AB2}" presName="root" presStyleCnt="0">
        <dgm:presLayoutVars>
          <dgm:dir/>
          <dgm:resizeHandles val="exact"/>
        </dgm:presLayoutVars>
      </dgm:prSet>
      <dgm:spPr/>
    </dgm:pt>
    <dgm:pt modelId="{F922307C-D620-41DF-901C-043B63BDA4C1}" type="pres">
      <dgm:prSet presAssocID="{0CED843B-F50F-4A2C-8A5E-006B1EEFFA9A}" presName="compNode" presStyleCnt="0"/>
      <dgm:spPr/>
    </dgm:pt>
    <dgm:pt modelId="{B60FC844-27C8-428F-98B6-0AF0F5080004}" type="pres">
      <dgm:prSet presAssocID="{0CED843B-F50F-4A2C-8A5E-006B1EEFFA9A}" presName="bgRect" presStyleLbl="bgShp" presStyleIdx="0" presStyleCnt="7"/>
      <dgm:spPr/>
    </dgm:pt>
    <dgm:pt modelId="{3BB30B6B-89D0-46C0-9679-AE5FF18113CC}" type="pres">
      <dgm:prSet presAssocID="{0CED843B-F50F-4A2C-8A5E-006B1EEFFA9A}" presName="iconRect" presStyleLbl="node1" presStyleIdx="0" presStyleCnt="7"/>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FF5CED3B-837F-4E0D-BA77-B78D57C4434C}" type="pres">
      <dgm:prSet presAssocID="{0CED843B-F50F-4A2C-8A5E-006B1EEFFA9A}" presName="spaceRect" presStyleCnt="0"/>
      <dgm:spPr/>
    </dgm:pt>
    <dgm:pt modelId="{6D96FA85-221F-4C75-BC8E-1C11A1134B53}" type="pres">
      <dgm:prSet presAssocID="{0CED843B-F50F-4A2C-8A5E-006B1EEFFA9A}" presName="parTx" presStyleLbl="revTx" presStyleIdx="0" presStyleCnt="7">
        <dgm:presLayoutVars>
          <dgm:chMax val="0"/>
          <dgm:chPref val="0"/>
        </dgm:presLayoutVars>
      </dgm:prSet>
      <dgm:spPr/>
    </dgm:pt>
    <dgm:pt modelId="{FD988CFF-C1B7-438C-AA20-CB74A5B544AD}" type="pres">
      <dgm:prSet presAssocID="{0AC781C6-81D1-4035-931A-52F90151A049}" presName="sibTrans" presStyleCnt="0"/>
      <dgm:spPr/>
    </dgm:pt>
    <dgm:pt modelId="{E80509A2-9A75-44F5-839E-B0E9EB663CE4}" type="pres">
      <dgm:prSet presAssocID="{63809F29-54B6-4222-8866-3E732FE3229F}" presName="compNode" presStyleCnt="0"/>
      <dgm:spPr/>
    </dgm:pt>
    <dgm:pt modelId="{6509C075-A77A-4449-BBB5-2F0C8256E38D}" type="pres">
      <dgm:prSet presAssocID="{63809F29-54B6-4222-8866-3E732FE3229F}" presName="bgRect" presStyleLbl="bgShp" presStyleIdx="1" presStyleCnt="7"/>
      <dgm:spPr/>
    </dgm:pt>
    <dgm:pt modelId="{0E1A92C8-DFFD-4CB8-83F7-B69D4B103A0C}" type="pres">
      <dgm:prSet presAssocID="{63809F29-54B6-4222-8866-3E732FE3229F}" presName="iconRect" presStyleLbl="node1" presStyleIdx="1" presStyleCnt="7"/>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nlock"/>
        </a:ext>
      </dgm:extLst>
    </dgm:pt>
    <dgm:pt modelId="{C09ABE0A-0664-4D3C-8223-C4D5B56A6B37}" type="pres">
      <dgm:prSet presAssocID="{63809F29-54B6-4222-8866-3E732FE3229F}" presName="spaceRect" presStyleCnt="0"/>
      <dgm:spPr/>
    </dgm:pt>
    <dgm:pt modelId="{20939E46-E3F8-4C91-9BCD-E6139B508E58}" type="pres">
      <dgm:prSet presAssocID="{63809F29-54B6-4222-8866-3E732FE3229F}" presName="parTx" presStyleLbl="revTx" presStyleIdx="1" presStyleCnt="7">
        <dgm:presLayoutVars>
          <dgm:chMax val="0"/>
          <dgm:chPref val="0"/>
        </dgm:presLayoutVars>
      </dgm:prSet>
      <dgm:spPr/>
    </dgm:pt>
    <dgm:pt modelId="{142032BD-B45D-4299-8C30-C9AB658F0574}" type="pres">
      <dgm:prSet presAssocID="{C7902D7A-FB51-4424-9CC0-A97AC016DC68}" presName="sibTrans" presStyleCnt="0"/>
      <dgm:spPr/>
    </dgm:pt>
    <dgm:pt modelId="{A6242C44-BDC3-40F4-BA3A-B66FA1CED6E1}" type="pres">
      <dgm:prSet presAssocID="{9776FD29-1D09-467D-A121-A56FCEBF4419}" presName="compNode" presStyleCnt="0"/>
      <dgm:spPr/>
    </dgm:pt>
    <dgm:pt modelId="{D10425C5-78BC-4E02-90B9-558E32D19064}" type="pres">
      <dgm:prSet presAssocID="{9776FD29-1D09-467D-A121-A56FCEBF4419}" presName="bgRect" presStyleLbl="bgShp" presStyleIdx="2" presStyleCnt="7"/>
      <dgm:spPr/>
    </dgm:pt>
    <dgm:pt modelId="{2214D193-CD91-433F-B1A2-C7D9AD782D26}" type="pres">
      <dgm:prSet presAssocID="{9776FD29-1D09-467D-A121-A56FCEBF4419}" presName="iconRect" presStyleLbl="node1" presStyleIdx="2" presStyleCnt="7"/>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83532D9A-7CB9-471B-AB2E-B21853FB63A9}" type="pres">
      <dgm:prSet presAssocID="{9776FD29-1D09-467D-A121-A56FCEBF4419}" presName="spaceRect" presStyleCnt="0"/>
      <dgm:spPr/>
    </dgm:pt>
    <dgm:pt modelId="{3515C2D4-FE8C-4F04-B3F5-11861EBC1219}" type="pres">
      <dgm:prSet presAssocID="{9776FD29-1D09-467D-A121-A56FCEBF4419}" presName="parTx" presStyleLbl="revTx" presStyleIdx="2" presStyleCnt="7">
        <dgm:presLayoutVars>
          <dgm:chMax val="0"/>
          <dgm:chPref val="0"/>
        </dgm:presLayoutVars>
      </dgm:prSet>
      <dgm:spPr/>
    </dgm:pt>
    <dgm:pt modelId="{8C56E1DF-18A8-4BF6-B64A-9D651664D9DF}" type="pres">
      <dgm:prSet presAssocID="{CEE0E4A3-CAE3-4066-9DDB-AD44F037D3FF}" presName="sibTrans" presStyleCnt="0"/>
      <dgm:spPr/>
    </dgm:pt>
    <dgm:pt modelId="{249AD0A5-D1E2-4BE5-80F9-A3BE90E4B50D}" type="pres">
      <dgm:prSet presAssocID="{8D876824-DEC1-4F6A-BC65-06FB5EC8AB01}" presName="compNode" presStyleCnt="0"/>
      <dgm:spPr/>
    </dgm:pt>
    <dgm:pt modelId="{EB91402B-8184-4E8C-B3DB-27AF897A6DB1}" type="pres">
      <dgm:prSet presAssocID="{8D876824-DEC1-4F6A-BC65-06FB5EC8AB01}" presName="bgRect" presStyleLbl="bgShp" presStyleIdx="3" presStyleCnt="7"/>
      <dgm:spPr/>
    </dgm:pt>
    <dgm:pt modelId="{77C3CCF8-23A4-44F1-9232-4F10EAB324EB}" type="pres">
      <dgm:prSet presAssocID="{8D876824-DEC1-4F6A-BC65-06FB5EC8AB01}" presName="iconRect" presStyleLbl="node1" presStyleIdx="3" presStyleCnt="7"/>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ze"/>
        </a:ext>
      </dgm:extLst>
    </dgm:pt>
    <dgm:pt modelId="{3A0B4CBB-DD2D-4673-9B27-1D4C3B699AF2}" type="pres">
      <dgm:prSet presAssocID="{8D876824-DEC1-4F6A-BC65-06FB5EC8AB01}" presName="spaceRect" presStyleCnt="0"/>
      <dgm:spPr/>
    </dgm:pt>
    <dgm:pt modelId="{92F2E90A-5B0C-47F4-8665-1064D6D34174}" type="pres">
      <dgm:prSet presAssocID="{8D876824-DEC1-4F6A-BC65-06FB5EC8AB01}" presName="parTx" presStyleLbl="revTx" presStyleIdx="3" presStyleCnt="7">
        <dgm:presLayoutVars>
          <dgm:chMax val="0"/>
          <dgm:chPref val="0"/>
        </dgm:presLayoutVars>
      </dgm:prSet>
      <dgm:spPr/>
    </dgm:pt>
    <dgm:pt modelId="{822122F4-4CBD-4AB6-891D-547DACE7396C}" type="pres">
      <dgm:prSet presAssocID="{A4CDBA48-FD88-4BF7-B27F-4295791576ED}" presName="sibTrans" presStyleCnt="0"/>
      <dgm:spPr/>
    </dgm:pt>
    <dgm:pt modelId="{D68693B8-A026-4086-A1D7-F17A3BEDB602}" type="pres">
      <dgm:prSet presAssocID="{9865FB01-8944-41A9-85DD-BFFF3435B884}" presName="compNode" presStyleCnt="0"/>
      <dgm:spPr/>
    </dgm:pt>
    <dgm:pt modelId="{8FAE9F72-B928-4EB5-B327-8B24273A58F9}" type="pres">
      <dgm:prSet presAssocID="{9865FB01-8944-41A9-85DD-BFFF3435B884}" presName="bgRect" presStyleLbl="bgShp" presStyleIdx="4" presStyleCnt="7"/>
      <dgm:spPr/>
    </dgm:pt>
    <dgm:pt modelId="{F4A82D26-C8F4-4F31-933E-113C36567C4E}" type="pres">
      <dgm:prSet presAssocID="{9865FB01-8944-41A9-85DD-BFFF3435B884}" presName="iconRect" presStyleLbl="node1" presStyleIdx="4" presStyleCnt="7"/>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hredder"/>
        </a:ext>
      </dgm:extLst>
    </dgm:pt>
    <dgm:pt modelId="{E192BB5D-FD22-4E9D-9BB3-35563B1AF11F}" type="pres">
      <dgm:prSet presAssocID="{9865FB01-8944-41A9-85DD-BFFF3435B884}" presName="spaceRect" presStyleCnt="0"/>
      <dgm:spPr/>
    </dgm:pt>
    <dgm:pt modelId="{20A41A8E-0AFF-42AF-9D04-388DF711A11D}" type="pres">
      <dgm:prSet presAssocID="{9865FB01-8944-41A9-85DD-BFFF3435B884}" presName="parTx" presStyleLbl="revTx" presStyleIdx="4" presStyleCnt="7">
        <dgm:presLayoutVars>
          <dgm:chMax val="0"/>
          <dgm:chPref val="0"/>
        </dgm:presLayoutVars>
      </dgm:prSet>
      <dgm:spPr/>
    </dgm:pt>
    <dgm:pt modelId="{9F60BDD5-6C41-48BD-AF4E-792463BFFE03}" type="pres">
      <dgm:prSet presAssocID="{5B023C49-FB41-47E9-917F-CDCFB44ED78D}" presName="sibTrans" presStyleCnt="0"/>
      <dgm:spPr/>
    </dgm:pt>
    <dgm:pt modelId="{82969CEA-1193-4E6E-8CD6-48087F53D982}" type="pres">
      <dgm:prSet presAssocID="{D3D6B3F1-301D-4E43-BF15-23B103640C7D}" presName="compNode" presStyleCnt="0"/>
      <dgm:spPr/>
    </dgm:pt>
    <dgm:pt modelId="{C4295B6F-60AB-4517-9982-E70DB0ECA104}" type="pres">
      <dgm:prSet presAssocID="{D3D6B3F1-301D-4E43-BF15-23B103640C7D}" presName="bgRect" presStyleLbl="bgShp" presStyleIdx="5" presStyleCnt="7"/>
      <dgm:spPr/>
    </dgm:pt>
    <dgm:pt modelId="{AC01EA62-D647-461C-9064-D6FF7A4D8F3D}" type="pres">
      <dgm:prSet presAssocID="{D3D6B3F1-301D-4E43-BF15-23B103640C7D}" presName="iconRect" presStyleLbl="node1" presStyleIdx="5" presStyleCnt="7"/>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Head with Gears"/>
        </a:ext>
      </dgm:extLst>
    </dgm:pt>
    <dgm:pt modelId="{E981408C-2D37-41C1-9AA4-EAE0D6C70DEF}" type="pres">
      <dgm:prSet presAssocID="{D3D6B3F1-301D-4E43-BF15-23B103640C7D}" presName="spaceRect" presStyleCnt="0"/>
      <dgm:spPr/>
    </dgm:pt>
    <dgm:pt modelId="{EEBE1A9C-DFE9-44E9-884C-C11E25154ED8}" type="pres">
      <dgm:prSet presAssocID="{D3D6B3F1-301D-4E43-BF15-23B103640C7D}" presName="parTx" presStyleLbl="revTx" presStyleIdx="5" presStyleCnt="7">
        <dgm:presLayoutVars>
          <dgm:chMax val="0"/>
          <dgm:chPref val="0"/>
        </dgm:presLayoutVars>
      </dgm:prSet>
      <dgm:spPr/>
    </dgm:pt>
    <dgm:pt modelId="{E9E9C753-1672-4291-A5C0-5DADCE580BDD}" type="pres">
      <dgm:prSet presAssocID="{1A30B79F-8E7A-4A50-9CDD-53A0073FBCC7}" presName="sibTrans" presStyleCnt="0"/>
      <dgm:spPr/>
    </dgm:pt>
    <dgm:pt modelId="{F2CFB65A-635B-4549-8823-718D4B9B7189}" type="pres">
      <dgm:prSet presAssocID="{64A2C9E8-82C0-4626-895D-0BDB651FD0BA}" presName="compNode" presStyleCnt="0"/>
      <dgm:spPr/>
    </dgm:pt>
    <dgm:pt modelId="{F0DE19C7-2655-47BE-9A1D-1CE93849EAC4}" type="pres">
      <dgm:prSet presAssocID="{64A2C9E8-82C0-4626-895D-0BDB651FD0BA}" presName="bgRect" presStyleLbl="bgShp" presStyleIdx="6" presStyleCnt="7"/>
      <dgm:spPr/>
    </dgm:pt>
    <dgm:pt modelId="{3DD85150-F063-4A4F-9A59-38A8F4E25774}" type="pres">
      <dgm:prSet presAssocID="{64A2C9E8-82C0-4626-895D-0BDB651FD0BA}" presName="iconRect" presStyleLbl="node1" presStyleIdx="6" presStyleCnt="7"/>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a:noFill/>
        </a:ln>
      </dgm:spPr>
      <dgm:extLst>
        <a:ext uri="{E40237B7-FDA0-4F09-8148-C483321AD2D9}">
          <dgm14:cNvPr xmlns:dgm14="http://schemas.microsoft.com/office/drawing/2010/diagram" id="0" name="" descr="Meeting"/>
        </a:ext>
      </dgm:extLst>
    </dgm:pt>
    <dgm:pt modelId="{77A615B0-362C-418B-9BB0-089A21581036}" type="pres">
      <dgm:prSet presAssocID="{64A2C9E8-82C0-4626-895D-0BDB651FD0BA}" presName="spaceRect" presStyleCnt="0"/>
      <dgm:spPr/>
    </dgm:pt>
    <dgm:pt modelId="{1B1E54FB-54C7-4D07-B220-93D57A0952CB}" type="pres">
      <dgm:prSet presAssocID="{64A2C9E8-82C0-4626-895D-0BDB651FD0BA}" presName="parTx" presStyleLbl="revTx" presStyleIdx="6" presStyleCnt="7">
        <dgm:presLayoutVars>
          <dgm:chMax val="0"/>
          <dgm:chPref val="0"/>
        </dgm:presLayoutVars>
      </dgm:prSet>
      <dgm:spPr/>
    </dgm:pt>
  </dgm:ptLst>
  <dgm:cxnLst>
    <dgm:cxn modelId="{40A1B202-0365-4B56-ACD2-AE4754D3A80D}" type="presOf" srcId="{64A2C9E8-82C0-4626-895D-0BDB651FD0BA}" destId="{1B1E54FB-54C7-4D07-B220-93D57A0952CB}" srcOrd="0" destOrd="0" presId="urn:microsoft.com/office/officeart/2018/2/layout/IconVerticalSolidList"/>
    <dgm:cxn modelId="{372ADB03-E69E-4ABE-AC1D-ADBBE3C0D610}" srcId="{5DBA6008-1166-4214-81EA-D86E824F3AB2}" destId="{9865FB01-8944-41A9-85DD-BFFF3435B884}" srcOrd="4" destOrd="0" parTransId="{A248195A-6C8E-446A-8E5A-4D09E3F7864A}" sibTransId="{5B023C49-FB41-47E9-917F-CDCFB44ED78D}"/>
    <dgm:cxn modelId="{AA1E0513-3D53-42F9-BA95-9A406019CC3A}" type="presOf" srcId="{9776FD29-1D09-467D-A121-A56FCEBF4419}" destId="{3515C2D4-FE8C-4F04-B3F5-11861EBC1219}" srcOrd="0" destOrd="0" presId="urn:microsoft.com/office/officeart/2018/2/layout/IconVerticalSolidList"/>
    <dgm:cxn modelId="{AEA1F914-FF74-447C-AB61-FDEF35800820}" srcId="{5DBA6008-1166-4214-81EA-D86E824F3AB2}" destId="{64A2C9E8-82C0-4626-895D-0BDB651FD0BA}" srcOrd="6" destOrd="0" parTransId="{8140F34C-C6C5-4C06-BF02-FBE64C7EDCCF}" sibTransId="{BA212F3E-ADDA-43F6-8746-82C6D3026B7B}"/>
    <dgm:cxn modelId="{63A3521F-9FAA-4F27-884A-1DB3D61296E4}" type="presOf" srcId="{8D876824-DEC1-4F6A-BC65-06FB5EC8AB01}" destId="{92F2E90A-5B0C-47F4-8665-1064D6D34174}" srcOrd="0" destOrd="0" presId="urn:microsoft.com/office/officeart/2018/2/layout/IconVerticalSolidList"/>
    <dgm:cxn modelId="{22B4C638-D603-4C18-9F7E-D1F3A7AFB64A}" srcId="{5DBA6008-1166-4214-81EA-D86E824F3AB2}" destId="{63809F29-54B6-4222-8866-3E732FE3229F}" srcOrd="1" destOrd="0" parTransId="{BEFAF5EC-71A4-4FBC-94F4-01ADEDBEF195}" sibTransId="{C7902D7A-FB51-4424-9CC0-A97AC016DC68}"/>
    <dgm:cxn modelId="{86F6874F-C12D-4713-827F-3C25D34F2591}" type="presOf" srcId="{5DBA6008-1166-4214-81EA-D86E824F3AB2}" destId="{4F92AFD9-57D2-4A3B-84AA-033DCD1FC2D2}" srcOrd="0" destOrd="0" presId="urn:microsoft.com/office/officeart/2018/2/layout/IconVerticalSolidList"/>
    <dgm:cxn modelId="{FBDA405C-36E6-4881-9F7B-9F19AFAD90D7}" srcId="{5DBA6008-1166-4214-81EA-D86E824F3AB2}" destId="{9776FD29-1D09-467D-A121-A56FCEBF4419}" srcOrd="2" destOrd="0" parTransId="{3A1357BC-FC4F-4358-A10A-C9EFABD7DDE2}" sibTransId="{CEE0E4A3-CAE3-4066-9DDB-AD44F037D3FF}"/>
    <dgm:cxn modelId="{9312335E-E208-4B11-9EEA-4C3BBC4C346A}" type="presOf" srcId="{63809F29-54B6-4222-8866-3E732FE3229F}" destId="{20939E46-E3F8-4C91-9BCD-E6139B508E58}" srcOrd="0" destOrd="0" presId="urn:microsoft.com/office/officeart/2018/2/layout/IconVerticalSolidList"/>
    <dgm:cxn modelId="{14360073-A8F3-42AD-8817-5E847D9330E7}" type="presOf" srcId="{D3D6B3F1-301D-4E43-BF15-23B103640C7D}" destId="{EEBE1A9C-DFE9-44E9-884C-C11E25154ED8}" srcOrd="0" destOrd="0" presId="urn:microsoft.com/office/officeart/2018/2/layout/IconVerticalSolidList"/>
    <dgm:cxn modelId="{480A1383-81DC-48F7-B6AE-0FA2F53A9BE5}" type="presOf" srcId="{9865FB01-8944-41A9-85DD-BFFF3435B884}" destId="{20A41A8E-0AFF-42AF-9D04-388DF711A11D}" srcOrd="0" destOrd="0" presId="urn:microsoft.com/office/officeart/2018/2/layout/IconVerticalSolidList"/>
    <dgm:cxn modelId="{599573A7-425D-4C8E-8A29-6FBEF2A5E3A2}" srcId="{5DBA6008-1166-4214-81EA-D86E824F3AB2}" destId="{8D876824-DEC1-4F6A-BC65-06FB5EC8AB01}" srcOrd="3" destOrd="0" parTransId="{68E2B7EB-7602-4137-A024-CFA6D70333B3}" sibTransId="{A4CDBA48-FD88-4BF7-B27F-4295791576ED}"/>
    <dgm:cxn modelId="{1B9421AB-BF5B-4074-99E7-94FA1D86FC74}" srcId="{5DBA6008-1166-4214-81EA-D86E824F3AB2}" destId="{D3D6B3F1-301D-4E43-BF15-23B103640C7D}" srcOrd="5" destOrd="0" parTransId="{D264780C-FBBB-4869-9597-163F9839824D}" sibTransId="{1A30B79F-8E7A-4A50-9CDD-53A0073FBCC7}"/>
    <dgm:cxn modelId="{C07B95B5-DBB0-47C9-B924-0E85EADE22C8}" type="presOf" srcId="{0CED843B-F50F-4A2C-8A5E-006B1EEFFA9A}" destId="{6D96FA85-221F-4C75-BC8E-1C11A1134B53}" srcOrd="0" destOrd="0" presId="urn:microsoft.com/office/officeart/2018/2/layout/IconVerticalSolidList"/>
    <dgm:cxn modelId="{EA84B3E7-3FD3-40C7-88C3-BCB0186D5967}" srcId="{5DBA6008-1166-4214-81EA-D86E824F3AB2}" destId="{0CED843B-F50F-4A2C-8A5E-006B1EEFFA9A}" srcOrd="0" destOrd="0" parTransId="{2A09C9D4-7A19-479C-B836-4EB760B45EDB}" sibTransId="{0AC781C6-81D1-4035-931A-52F90151A049}"/>
    <dgm:cxn modelId="{41E22786-700C-4670-951B-9CAFA2944DC5}" type="presParOf" srcId="{4F92AFD9-57D2-4A3B-84AA-033DCD1FC2D2}" destId="{F922307C-D620-41DF-901C-043B63BDA4C1}" srcOrd="0" destOrd="0" presId="urn:microsoft.com/office/officeart/2018/2/layout/IconVerticalSolidList"/>
    <dgm:cxn modelId="{8AD4E4BB-16DF-4933-BCB7-E65A627D9584}" type="presParOf" srcId="{F922307C-D620-41DF-901C-043B63BDA4C1}" destId="{B60FC844-27C8-428F-98B6-0AF0F5080004}" srcOrd="0" destOrd="0" presId="urn:microsoft.com/office/officeart/2018/2/layout/IconVerticalSolidList"/>
    <dgm:cxn modelId="{BAAB20DF-A605-45D8-B59A-1672D30E3BC5}" type="presParOf" srcId="{F922307C-D620-41DF-901C-043B63BDA4C1}" destId="{3BB30B6B-89D0-46C0-9679-AE5FF18113CC}" srcOrd="1" destOrd="0" presId="urn:microsoft.com/office/officeart/2018/2/layout/IconVerticalSolidList"/>
    <dgm:cxn modelId="{0B33DAF1-4248-4E0B-BE39-FA34504057A6}" type="presParOf" srcId="{F922307C-D620-41DF-901C-043B63BDA4C1}" destId="{FF5CED3B-837F-4E0D-BA77-B78D57C4434C}" srcOrd="2" destOrd="0" presId="urn:microsoft.com/office/officeart/2018/2/layout/IconVerticalSolidList"/>
    <dgm:cxn modelId="{F35EE983-2BA0-43A7-A11D-E63C7CE7FDC3}" type="presParOf" srcId="{F922307C-D620-41DF-901C-043B63BDA4C1}" destId="{6D96FA85-221F-4C75-BC8E-1C11A1134B53}" srcOrd="3" destOrd="0" presId="urn:microsoft.com/office/officeart/2018/2/layout/IconVerticalSolidList"/>
    <dgm:cxn modelId="{07A59C5E-AD03-49B9-B778-0ADA8E6CD714}" type="presParOf" srcId="{4F92AFD9-57D2-4A3B-84AA-033DCD1FC2D2}" destId="{FD988CFF-C1B7-438C-AA20-CB74A5B544AD}" srcOrd="1" destOrd="0" presId="urn:microsoft.com/office/officeart/2018/2/layout/IconVerticalSolidList"/>
    <dgm:cxn modelId="{31345531-2071-4B54-A1BE-55283A7D61FC}" type="presParOf" srcId="{4F92AFD9-57D2-4A3B-84AA-033DCD1FC2D2}" destId="{E80509A2-9A75-44F5-839E-B0E9EB663CE4}" srcOrd="2" destOrd="0" presId="urn:microsoft.com/office/officeart/2018/2/layout/IconVerticalSolidList"/>
    <dgm:cxn modelId="{B0289826-A301-4488-8D0B-85D6BD07CAE0}" type="presParOf" srcId="{E80509A2-9A75-44F5-839E-B0E9EB663CE4}" destId="{6509C075-A77A-4449-BBB5-2F0C8256E38D}" srcOrd="0" destOrd="0" presId="urn:microsoft.com/office/officeart/2018/2/layout/IconVerticalSolidList"/>
    <dgm:cxn modelId="{908516F8-FE38-497C-9722-54CE4F725DFB}" type="presParOf" srcId="{E80509A2-9A75-44F5-839E-B0E9EB663CE4}" destId="{0E1A92C8-DFFD-4CB8-83F7-B69D4B103A0C}" srcOrd="1" destOrd="0" presId="urn:microsoft.com/office/officeart/2018/2/layout/IconVerticalSolidList"/>
    <dgm:cxn modelId="{1141AC7A-955C-47BE-84CC-F2F26642573F}" type="presParOf" srcId="{E80509A2-9A75-44F5-839E-B0E9EB663CE4}" destId="{C09ABE0A-0664-4D3C-8223-C4D5B56A6B37}" srcOrd="2" destOrd="0" presId="urn:microsoft.com/office/officeart/2018/2/layout/IconVerticalSolidList"/>
    <dgm:cxn modelId="{A156F027-463A-442D-8406-00E30150E787}" type="presParOf" srcId="{E80509A2-9A75-44F5-839E-B0E9EB663CE4}" destId="{20939E46-E3F8-4C91-9BCD-E6139B508E58}" srcOrd="3" destOrd="0" presId="urn:microsoft.com/office/officeart/2018/2/layout/IconVerticalSolidList"/>
    <dgm:cxn modelId="{043BFB5F-7B24-4DB2-BACD-51817E7A219B}" type="presParOf" srcId="{4F92AFD9-57D2-4A3B-84AA-033DCD1FC2D2}" destId="{142032BD-B45D-4299-8C30-C9AB658F0574}" srcOrd="3" destOrd="0" presId="urn:microsoft.com/office/officeart/2018/2/layout/IconVerticalSolidList"/>
    <dgm:cxn modelId="{66ADA93E-871B-4D50-8B88-48E6B7D80CC7}" type="presParOf" srcId="{4F92AFD9-57D2-4A3B-84AA-033DCD1FC2D2}" destId="{A6242C44-BDC3-40F4-BA3A-B66FA1CED6E1}" srcOrd="4" destOrd="0" presId="urn:microsoft.com/office/officeart/2018/2/layout/IconVerticalSolidList"/>
    <dgm:cxn modelId="{E94B0706-0D23-4438-877D-F1BE51CB30B7}" type="presParOf" srcId="{A6242C44-BDC3-40F4-BA3A-B66FA1CED6E1}" destId="{D10425C5-78BC-4E02-90B9-558E32D19064}" srcOrd="0" destOrd="0" presId="urn:microsoft.com/office/officeart/2018/2/layout/IconVerticalSolidList"/>
    <dgm:cxn modelId="{448B76EE-9D4F-4EB8-9603-63610B2CCFC6}" type="presParOf" srcId="{A6242C44-BDC3-40F4-BA3A-B66FA1CED6E1}" destId="{2214D193-CD91-433F-B1A2-C7D9AD782D26}" srcOrd="1" destOrd="0" presId="urn:microsoft.com/office/officeart/2018/2/layout/IconVerticalSolidList"/>
    <dgm:cxn modelId="{EA97B4AB-4748-4CC7-BDC3-9983B103A023}" type="presParOf" srcId="{A6242C44-BDC3-40F4-BA3A-B66FA1CED6E1}" destId="{83532D9A-7CB9-471B-AB2E-B21853FB63A9}" srcOrd="2" destOrd="0" presId="urn:microsoft.com/office/officeart/2018/2/layout/IconVerticalSolidList"/>
    <dgm:cxn modelId="{7892F152-9A86-4BF9-9F21-9D3705DF2ADE}" type="presParOf" srcId="{A6242C44-BDC3-40F4-BA3A-B66FA1CED6E1}" destId="{3515C2D4-FE8C-4F04-B3F5-11861EBC1219}" srcOrd="3" destOrd="0" presId="urn:microsoft.com/office/officeart/2018/2/layout/IconVerticalSolidList"/>
    <dgm:cxn modelId="{8EACDE5C-3A9F-4AF2-8FBE-49AFC7BC1914}" type="presParOf" srcId="{4F92AFD9-57D2-4A3B-84AA-033DCD1FC2D2}" destId="{8C56E1DF-18A8-4BF6-B64A-9D651664D9DF}" srcOrd="5" destOrd="0" presId="urn:microsoft.com/office/officeart/2018/2/layout/IconVerticalSolidList"/>
    <dgm:cxn modelId="{615D9D07-59E1-4C66-8E8E-8F352B56EF41}" type="presParOf" srcId="{4F92AFD9-57D2-4A3B-84AA-033DCD1FC2D2}" destId="{249AD0A5-D1E2-4BE5-80F9-A3BE90E4B50D}" srcOrd="6" destOrd="0" presId="urn:microsoft.com/office/officeart/2018/2/layout/IconVerticalSolidList"/>
    <dgm:cxn modelId="{691B08E7-FEE3-49C3-8485-24CC251085BA}" type="presParOf" srcId="{249AD0A5-D1E2-4BE5-80F9-A3BE90E4B50D}" destId="{EB91402B-8184-4E8C-B3DB-27AF897A6DB1}" srcOrd="0" destOrd="0" presId="urn:microsoft.com/office/officeart/2018/2/layout/IconVerticalSolidList"/>
    <dgm:cxn modelId="{BF331681-1D6D-4821-9FCA-9CD520D7C4D1}" type="presParOf" srcId="{249AD0A5-D1E2-4BE5-80F9-A3BE90E4B50D}" destId="{77C3CCF8-23A4-44F1-9232-4F10EAB324EB}" srcOrd="1" destOrd="0" presId="urn:microsoft.com/office/officeart/2018/2/layout/IconVerticalSolidList"/>
    <dgm:cxn modelId="{5E59CDA0-F0F0-40FB-8338-AD28FA38277F}" type="presParOf" srcId="{249AD0A5-D1E2-4BE5-80F9-A3BE90E4B50D}" destId="{3A0B4CBB-DD2D-4673-9B27-1D4C3B699AF2}" srcOrd="2" destOrd="0" presId="urn:microsoft.com/office/officeart/2018/2/layout/IconVerticalSolidList"/>
    <dgm:cxn modelId="{03A54024-051D-4B37-B25E-C89912E74D2D}" type="presParOf" srcId="{249AD0A5-D1E2-4BE5-80F9-A3BE90E4B50D}" destId="{92F2E90A-5B0C-47F4-8665-1064D6D34174}" srcOrd="3" destOrd="0" presId="urn:microsoft.com/office/officeart/2018/2/layout/IconVerticalSolidList"/>
    <dgm:cxn modelId="{FBCB9A6F-1914-4CAF-8C04-E46C9472EE95}" type="presParOf" srcId="{4F92AFD9-57D2-4A3B-84AA-033DCD1FC2D2}" destId="{822122F4-4CBD-4AB6-891D-547DACE7396C}" srcOrd="7" destOrd="0" presId="urn:microsoft.com/office/officeart/2018/2/layout/IconVerticalSolidList"/>
    <dgm:cxn modelId="{E78B1287-39B3-4EB4-A348-11DDC7B8A540}" type="presParOf" srcId="{4F92AFD9-57D2-4A3B-84AA-033DCD1FC2D2}" destId="{D68693B8-A026-4086-A1D7-F17A3BEDB602}" srcOrd="8" destOrd="0" presId="urn:microsoft.com/office/officeart/2018/2/layout/IconVerticalSolidList"/>
    <dgm:cxn modelId="{096EE961-B21A-4200-916A-C3D6E587FF0A}" type="presParOf" srcId="{D68693B8-A026-4086-A1D7-F17A3BEDB602}" destId="{8FAE9F72-B928-4EB5-B327-8B24273A58F9}" srcOrd="0" destOrd="0" presId="urn:microsoft.com/office/officeart/2018/2/layout/IconVerticalSolidList"/>
    <dgm:cxn modelId="{3B259E7C-782F-4695-8A71-E6502378331F}" type="presParOf" srcId="{D68693B8-A026-4086-A1D7-F17A3BEDB602}" destId="{F4A82D26-C8F4-4F31-933E-113C36567C4E}" srcOrd="1" destOrd="0" presId="urn:microsoft.com/office/officeart/2018/2/layout/IconVerticalSolidList"/>
    <dgm:cxn modelId="{67360473-22E6-4E29-A2F2-963E467D52FC}" type="presParOf" srcId="{D68693B8-A026-4086-A1D7-F17A3BEDB602}" destId="{E192BB5D-FD22-4E9D-9BB3-35563B1AF11F}" srcOrd="2" destOrd="0" presId="urn:microsoft.com/office/officeart/2018/2/layout/IconVerticalSolidList"/>
    <dgm:cxn modelId="{F210159D-FBF0-475E-AD74-1C7C07AD536A}" type="presParOf" srcId="{D68693B8-A026-4086-A1D7-F17A3BEDB602}" destId="{20A41A8E-0AFF-42AF-9D04-388DF711A11D}" srcOrd="3" destOrd="0" presId="urn:microsoft.com/office/officeart/2018/2/layout/IconVerticalSolidList"/>
    <dgm:cxn modelId="{B3A2CE8C-EE97-422E-8C5A-098DB09B3173}" type="presParOf" srcId="{4F92AFD9-57D2-4A3B-84AA-033DCD1FC2D2}" destId="{9F60BDD5-6C41-48BD-AF4E-792463BFFE03}" srcOrd="9" destOrd="0" presId="urn:microsoft.com/office/officeart/2018/2/layout/IconVerticalSolidList"/>
    <dgm:cxn modelId="{C81F79E5-B7FE-4C0E-A29A-94CE4850C705}" type="presParOf" srcId="{4F92AFD9-57D2-4A3B-84AA-033DCD1FC2D2}" destId="{82969CEA-1193-4E6E-8CD6-48087F53D982}" srcOrd="10" destOrd="0" presId="urn:microsoft.com/office/officeart/2018/2/layout/IconVerticalSolidList"/>
    <dgm:cxn modelId="{8F32159D-A0F8-43A0-AC44-7324017BDD62}" type="presParOf" srcId="{82969CEA-1193-4E6E-8CD6-48087F53D982}" destId="{C4295B6F-60AB-4517-9982-E70DB0ECA104}" srcOrd="0" destOrd="0" presId="urn:microsoft.com/office/officeart/2018/2/layout/IconVerticalSolidList"/>
    <dgm:cxn modelId="{32A18C94-D74C-40C5-89FD-092A615AA59E}" type="presParOf" srcId="{82969CEA-1193-4E6E-8CD6-48087F53D982}" destId="{AC01EA62-D647-461C-9064-D6FF7A4D8F3D}" srcOrd="1" destOrd="0" presId="urn:microsoft.com/office/officeart/2018/2/layout/IconVerticalSolidList"/>
    <dgm:cxn modelId="{B62E0489-3F95-4582-B991-6211A0D9A5E0}" type="presParOf" srcId="{82969CEA-1193-4E6E-8CD6-48087F53D982}" destId="{E981408C-2D37-41C1-9AA4-EAE0D6C70DEF}" srcOrd="2" destOrd="0" presId="urn:microsoft.com/office/officeart/2018/2/layout/IconVerticalSolidList"/>
    <dgm:cxn modelId="{AFC0BB62-ED2D-46DC-8D58-92972B9C8C93}" type="presParOf" srcId="{82969CEA-1193-4E6E-8CD6-48087F53D982}" destId="{EEBE1A9C-DFE9-44E9-884C-C11E25154ED8}" srcOrd="3" destOrd="0" presId="urn:microsoft.com/office/officeart/2018/2/layout/IconVerticalSolidList"/>
    <dgm:cxn modelId="{20DF5561-11B4-4C7C-8DF4-CFD60DF3708E}" type="presParOf" srcId="{4F92AFD9-57D2-4A3B-84AA-033DCD1FC2D2}" destId="{E9E9C753-1672-4291-A5C0-5DADCE580BDD}" srcOrd="11" destOrd="0" presId="urn:microsoft.com/office/officeart/2018/2/layout/IconVerticalSolidList"/>
    <dgm:cxn modelId="{19AAF912-E1A6-4BBF-9702-1058B1D6ACE6}" type="presParOf" srcId="{4F92AFD9-57D2-4A3B-84AA-033DCD1FC2D2}" destId="{F2CFB65A-635B-4549-8823-718D4B9B7189}" srcOrd="12" destOrd="0" presId="urn:microsoft.com/office/officeart/2018/2/layout/IconVerticalSolidList"/>
    <dgm:cxn modelId="{ED42C2B4-E1EC-4626-A87A-AB9A49B466F7}" type="presParOf" srcId="{F2CFB65A-635B-4549-8823-718D4B9B7189}" destId="{F0DE19C7-2655-47BE-9A1D-1CE93849EAC4}" srcOrd="0" destOrd="0" presId="urn:microsoft.com/office/officeart/2018/2/layout/IconVerticalSolidList"/>
    <dgm:cxn modelId="{98023EE3-CDDC-4AB5-B401-26E280A4DCDE}" type="presParOf" srcId="{F2CFB65A-635B-4549-8823-718D4B9B7189}" destId="{3DD85150-F063-4A4F-9A59-38A8F4E25774}" srcOrd="1" destOrd="0" presId="urn:microsoft.com/office/officeart/2018/2/layout/IconVerticalSolidList"/>
    <dgm:cxn modelId="{5A4B0F3A-7832-4613-8448-4A2964D109BD}" type="presParOf" srcId="{F2CFB65A-635B-4549-8823-718D4B9B7189}" destId="{77A615B0-362C-418B-9BB0-089A21581036}" srcOrd="2" destOrd="0" presId="urn:microsoft.com/office/officeart/2018/2/layout/IconVerticalSolidList"/>
    <dgm:cxn modelId="{4E3503BC-2BE4-49D2-8868-8E92D0C57483}" type="presParOf" srcId="{F2CFB65A-635B-4549-8823-718D4B9B7189}" destId="{1B1E54FB-54C7-4D07-B220-93D57A0952C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EE1EC0-0C13-45D6-8A8E-959B69FC00BF}"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27A00084-0874-4879-874D-93B6ECC9638E}">
      <dgm:prSet/>
      <dgm:spPr/>
      <dgm:t>
        <a:bodyPr/>
        <a:lstStyle/>
        <a:p>
          <a:r>
            <a:rPr lang="en-US"/>
            <a:t>• Recalled motivations for privacy &amp; security.</a:t>
          </a:r>
        </a:p>
      </dgm:t>
    </dgm:pt>
    <dgm:pt modelId="{4CFC1285-2075-49AD-BE62-654C9E977618}" type="parTrans" cxnId="{D794C72A-A6DB-40D6-A6C6-B6BA156DFCD2}">
      <dgm:prSet/>
      <dgm:spPr/>
      <dgm:t>
        <a:bodyPr/>
        <a:lstStyle/>
        <a:p>
          <a:endParaRPr lang="en-US"/>
        </a:p>
      </dgm:t>
    </dgm:pt>
    <dgm:pt modelId="{769D451A-EFEC-45AF-9EBE-13B3A8E0CCB6}" type="sibTrans" cxnId="{D794C72A-A6DB-40D6-A6C6-B6BA156DFCD2}">
      <dgm:prSet/>
      <dgm:spPr/>
      <dgm:t>
        <a:bodyPr/>
        <a:lstStyle/>
        <a:p>
          <a:endParaRPr lang="en-US"/>
        </a:p>
      </dgm:t>
    </dgm:pt>
    <dgm:pt modelId="{71B2E68C-3C23-4311-BC44-AE57469F78FE}">
      <dgm:prSet/>
      <dgm:spPr/>
      <dgm:t>
        <a:bodyPr/>
        <a:lstStyle/>
        <a:p>
          <a:r>
            <a:rPr lang="en-US"/>
            <a:t>• Explored personal data and PII.</a:t>
          </a:r>
        </a:p>
      </dgm:t>
    </dgm:pt>
    <dgm:pt modelId="{2BAAD7DD-A19C-433C-82C0-BD933C6E05C7}" type="parTrans" cxnId="{EC4B4EF9-45DB-4036-8EE7-7932A10256E5}">
      <dgm:prSet/>
      <dgm:spPr/>
      <dgm:t>
        <a:bodyPr/>
        <a:lstStyle/>
        <a:p>
          <a:endParaRPr lang="en-US"/>
        </a:p>
      </dgm:t>
    </dgm:pt>
    <dgm:pt modelId="{158010C1-A293-4EF6-8FDC-80077656D2F7}" type="sibTrans" cxnId="{EC4B4EF9-45DB-4036-8EE7-7932A10256E5}">
      <dgm:prSet/>
      <dgm:spPr/>
      <dgm:t>
        <a:bodyPr/>
        <a:lstStyle/>
        <a:p>
          <a:endParaRPr lang="en-US"/>
        </a:p>
      </dgm:t>
    </dgm:pt>
    <dgm:pt modelId="{AD4144C3-F796-46E8-8189-289E722DE4CA}">
      <dgm:prSet/>
      <dgm:spPr/>
      <dgm:t>
        <a:bodyPr/>
        <a:lstStyle/>
        <a:p>
          <a:r>
            <a:rPr lang="en-US"/>
            <a:t>• Introduced Fair Information Practice Principles.</a:t>
          </a:r>
        </a:p>
      </dgm:t>
    </dgm:pt>
    <dgm:pt modelId="{EAB32375-ABE2-4255-910B-FDC7BA8B0541}" type="parTrans" cxnId="{DBC19A8D-4215-4211-89A0-C92F710CF0B3}">
      <dgm:prSet/>
      <dgm:spPr/>
      <dgm:t>
        <a:bodyPr/>
        <a:lstStyle/>
        <a:p>
          <a:endParaRPr lang="en-US"/>
        </a:p>
      </dgm:t>
    </dgm:pt>
    <dgm:pt modelId="{06536474-244E-43D7-A85D-43C4039278DB}" type="sibTrans" cxnId="{DBC19A8D-4215-4211-89A0-C92F710CF0B3}">
      <dgm:prSet/>
      <dgm:spPr/>
      <dgm:t>
        <a:bodyPr/>
        <a:lstStyle/>
        <a:p>
          <a:endParaRPr lang="en-US"/>
        </a:p>
      </dgm:t>
    </dgm:pt>
    <dgm:pt modelId="{64FA0839-6870-497E-9A29-93DCE3815F10}">
      <dgm:prSet/>
      <dgm:spPr/>
      <dgm:t>
        <a:bodyPr/>
        <a:lstStyle/>
        <a:p>
          <a:r>
            <a:rPr lang="en-US"/>
            <a:t>• Discussed emerging threats and ethical responsibilities.</a:t>
          </a:r>
        </a:p>
      </dgm:t>
    </dgm:pt>
    <dgm:pt modelId="{D3D60B70-43FD-4F9E-BF33-D459521FCDED}" type="parTrans" cxnId="{66842C5E-65B9-4AE4-A5C6-EDBBDBA71056}">
      <dgm:prSet/>
      <dgm:spPr/>
      <dgm:t>
        <a:bodyPr/>
        <a:lstStyle/>
        <a:p>
          <a:endParaRPr lang="en-US"/>
        </a:p>
      </dgm:t>
    </dgm:pt>
    <dgm:pt modelId="{D31115A9-3F3C-41D1-A733-FD7C3018F21E}" type="sibTrans" cxnId="{66842C5E-65B9-4AE4-A5C6-EDBBDBA71056}">
      <dgm:prSet/>
      <dgm:spPr/>
      <dgm:t>
        <a:bodyPr/>
        <a:lstStyle/>
        <a:p>
          <a:endParaRPr lang="en-US"/>
        </a:p>
      </dgm:t>
    </dgm:pt>
    <dgm:pt modelId="{EA91C9F8-10F7-5E45-ABA5-9F0AD918C74A}" type="pres">
      <dgm:prSet presAssocID="{86EE1EC0-0C13-45D6-8A8E-959B69FC00BF}" presName="vert0" presStyleCnt="0">
        <dgm:presLayoutVars>
          <dgm:dir/>
          <dgm:animOne val="branch"/>
          <dgm:animLvl val="lvl"/>
        </dgm:presLayoutVars>
      </dgm:prSet>
      <dgm:spPr/>
    </dgm:pt>
    <dgm:pt modelId="{27663BD2-1EBC-3B4F-9731-0677408492CD}" type="pres">
      <dgm:prSet presAssocID="{27A00084-0874-4879-874D-93B6ECC9638E}" presName="thickLine" presStyleLbl="alignNode1" presStyleIdx="0" presStyleCnt="4"/>
      <dgm:spPr/>
    </dgm:pt>
    <dgm:pt modelId="{CE7FED15-DAA3-2C4A-A205-2F70F66404C5}" type="pres">
      <dgm:prSet presAssocID="{27A00084-0874-4879-874D-93B6ECC9638E}" presName="horz1" presStyleCnt="0"/>
      <dgm:spPr/>
    </dgm:pt>
    <dgm:pt modelId="{1D512DA7-F653-DE41-9030-A045824193E4}" type="pres">
      <dgm:prSet presAssocID="{27A00084-0874-4879-874D-93B6ECC9638E}" presName="tx1" presStyleLbl="revTx" presStyleIdx="0" presStyleCnt="4"/>
      <dgm:spPr/>
    </dgm:pt>
    <dgm:pt modelId="{1B3A9547-3A6F-5E45-A906-F784CE4746AD}" type="pres">
      <dgm:prSet presAssocID="{27A00084-0874-4879-874D-93B6ECC9638E}" presName="vert1" presStyleCnt="0"/>
      <dgm:spPr/>
    </dgm:pt>
    <dgm:pt modelId="{F454D183-C732-5745-9594-291659D670E4}" type="pres">
      <dgm:prSet presAssocID="{71B2E68C-3C23-4311-BC44-AE57469F78FE}" presName="thickLine" presStyleLbl="alignNode1" presStyleIdx="1" presStyleCnt="4"/>
      <dgm:spPr/>
    </dgm:pt>
    <dgm:pt modelId="{9BBF7D6B-EFF5-4343-BE07-FB43B44BFA58}" type="pres">
      <dgm:prSet presAssocID="{71B2E68C-3C23-4311-BC44-AE57469F78FE}" presName="horz1" presStyleCnt="0"/>
      <dgm:spPr/>
    </dgm:pt>
    <dgm:pt modelId="{B018BA2D-EA8A-014E-97AE-A5BD5E7B0ECA}" type="pres">
      <dgm:prSet presAssocID="{71B2E68C-3C23-4311-BC44-AE57469F78FE}" presName="tx1" presStyleLbl="revTx" presStyleIdx="1" presStyleCnt="4"/>
      <dgm:spPr/>
    </dgm:pt>
    <dgm:pt modelId="{72C326BE-E626-3242-8963-B43CD05C3DE1}" type="pres">
      <dgm:prSet presAssocID="{71B2E68C-3C23-4311-BC44-AE57469F78FE}" presName="vert1" presStyleCnt="0"/>
      <dgm:spPr/>
    </dgm:pt>
    <dgm:pt modelId="{FB627AF4-A2DA-9947-A94B-D524FEEF9678}" type="pres">
      <dgm:prSet presAssocID="{AD4144C3-F796-46E8-8189-289E722DE4CA}" presName="thickLine" presStyleLbl="alignNode1" presStyleIdx="2" presStyleCnt="4"/>
      <dgm:spPr/>
    </dgm:pt>
    <dgm:pt modelId="{E4C80474-9621-354C-BBF5-0BF5D766CBEC}" type="pres">
      <dgm:prSet presAssocID="{AD4144C3-F796-46E8-8189-289E722DE4CA}" presName="horz1" presStyleCnt="0"/>
      <dgm:spPr/>
    </dgm:pt>
    <dgm:pt modelId="{B394762F-E5F9-9E48-9A11-3C4387C1ECD3}" type="pres">
      <dgm:prSet presAssocID="{AD4144C3-F796-46E8-8189-289E722DE4CA}" presName="tx1" presStyleLbl="revTx" presStyleIdx="2" presStyleCnt="4"/>
      <dgm:spPr/>
    </dgm:pt>
    <dgm:pt modelId="{0BCCD238-797A-1646-A8F3-4B179EA41B4F}" type="pres">
      <dgm:prSet presAssocID="{AD4144C3-F796-46E8-8189-289E722DE4CA}" presName="vert1" presStyleCnt="0"/>
      <dgm:spPr/>
    </dgm:pt>
    <dgm:pt modelId="{5FAFF916-B9E0-2441-8A51-5C601124F30D}" type="pres">
      <dgm:prSet presAssocID="{64FA0839-6870-497E-9A29-93DCE3815F10}" presName="thickLine" presStyleLbl="alignNode1" presStyleIdx="3" presStyleCnt="4"/>
      <dgm:spPr/>
    </dgm:pt>
    <dgm:pt modelId="{FCB287ED-52E3-8348-8C8F-F37771778446}" type="pres">
      <dgm:prSet presAssocID="{64FA0839-6870-497E-9A29-93DCE3815F10}" presName="horz1" presStyleCnt="0"/>
      <dgm:spPr/>
    </dgm:pt>
    <dgm:pt modelId="{B5165DB3-251A-1A4A-BF9F-FA010057AB51}" type="pres">
      <dgm:prSet presAssocID="{64FA0839-6870-497E-9A29-93DCE3815F10}" presName="tx1" presStyleLbl="revTx" presStyleIdx="3" presStyleCnt="4"/>
      <dgm:spPr/>
    </dgm:pt>
    <dgm:pt modelId="{37366741-6C3E-6548-9737-723B0CE5AD90}" type="pres">
      <dgm:prSet presAssocID="{64FA0839-6870-497E-9A29-93DCE3815F10}" presName="vert1" presStyleCnt="0"/>
      <dgm:spPr/>
    </dgm:pt>
  </dgm:ptLst>
  <dgm:cxnLst>
    <dgm:cxn modelId="{5CB13606-5554-2F40-8990-B33129AA982C}" type="presOf" srcId="{27A00084-0874-4879-874D-93B6ECC9638E}" destId="{1D512DA7-F653-DE41-9030-A045824193E4}" srcOrd="0" destOrd="0" presId="urn:microsoft.com/office/officeart/2008/layout/LinedList"/>
    <dgm:cxn modelId="{D794C72A-A6DB-40D6-A6C6-B6BA156DFCD2}" srcId="{86EE1EC0-0C13-45D6-8A8E-959B69FC00BF}" destId="{27A00084-0874-4879-874D-93B6ECC9638E}" srcOrd="0" destOrd="0" parTransId="{4CFC1285-2075-49AD-BE62-654C9E977618}" sibTransId="{769D451A-EFEC-45AF-9EBE-13B3A8E0CCB6}"/>
    <dgm:cxn modelId="{7A4AB83A-7683-2446-9974-D428E07F7946}" type="presOf" srcId="{86EE1EC0-0C13-45D6-8A8E-959B69FC00BF}" destId="{EA91C9F8-10F7-5E45-ABA5-9F0AD918C74A}" srcOrd="0" destOrd="0" presId="urn:microsoft.com/office/officeart/2008/layout/LinedList"/>
    <dgm:cxn modelId="{2E17A950-59F8-194C-BDFC-9C7E427B9396}" type="presOf" srcId="{71B2E68C-3C23-4311-BC44-AE57469F78FE}" destId="{B018BA2D-EA8A-014E-97AE-A5BD5E7B0ECA}" srcOrd="0" destOrd="0" presId="urn:microsoft.com/office/officeart/2008/layout/LinedList"/>
    <dgm:cxn modelId="{66842C5E-65B9-4AE4-A5C6-EDBBDBA71056}" srcId="{86EE1EC0-0C13-45D6-8A8E-959B69FC00BF}" destId="{64FA0839-6870-497E-9A29-93DCE3815F10}" srcOrd="3" destOrd="0" parTransId="{D3D60B70-43FD-4F9E-BF33-D459521FCDED}" sibTransId="{D31115A9-3F3C-41D1-A733-FD7C3018F21E}"/>
    <dgm:cxn modelId="{DBC19A8D-4215-4211-89A0-C92F710CF0B3}" srcId="{86EE1EC0-0C13-45D6-8A8E-959B69FC00BF}" destId="{AD4144C3-F796-46E8-8189-289E722DE4CA}" srcOrd="2" destOrd="0" parTransId="{EAB32375-ABE2-4255-910B-FDC7BA8B0541}" sibTransId="{06536474-244E-43D7-A85D-43C4039278DB}"/>
    <dgm:cxn modelId="{4F8B5FD3-851F-A840-8496-1EDBD659A61E}" type="presOf" srcId="{AD4144C3-F796-46E8-8189-289E722DE4CA}" destId="{B394762F-E5F9-9E48-9A11-3C4387C1ECD3}" srcOrd="0" destOrd="0" presId="urn:microsoft.com/office/officeart/2008/layout/LinedList"/>
    <dgm:cxn modelId="{EFAAD9F8-41A9-9849-9A9D-470D96EC52AB}" type="presOf" srcId="{64FA0839-6870-497E-9A29-93DCE3815F10}" destId="{B5165DB3-251A-1A4A-BF9F-FA010057AB51}" srcOrd="0" destOrd="0" presId="urn:microsoft.com/office/officeart/2008/layout/LinedList"/>
    <dgm:cxn modelId="{EC4B4EF9-45DB-4036-8EE7-7932A10256E5}" srcId="{86EE1EC0-0C13-45D6-8A8E-959B69FC00BF}" destId="{71B2E68C-3C23-4311-BC44-AE57469F78FE}" srcOrd="1" destOrd="0" parTransId="{2BAAD7DD-A19C-433C-82C0-BD933C6E05C7}" sibTransId="{158010C1-A293-4EF6-8FDC-80077656D2F7}"/>
    <dgm:cxn modelId="{FC594CE5-DF3B-F845-A598-D3BA3E76FD20}" type="presParOf" srcId="{EA91C9F8-10F7-5E45-ABA5-9F0AD918C74A}" destId="{27663BD2-1EBC-3B4F-9731-0677408492CD}" srcOrd="0" destOrd="0" presId="urn:microsoft.com/office/officeart/2008/layout/LinedList"/>
    <dgm:cxn modelId="{05703846-E30D-3E4C-A59A-4DD1D5F89DD3}" type="presParOf" srcId="{EA91C9F8-10F7-5E45-ABA5-9F0AD918C74A}" destId="{CE7FED15-DAA3-2C4A-A205-2F70F66404C5}" srcOrd="1" destOrd="0" presId="urn:microsoft.com/office/officeart/2008/layout/LinedList"/>
    <dgm:cxn modelId="{969038E2-DCBA-BB49-B9F7-27F8246079F8}" type="presParOf" srcId="{CE7FED15-DAA3-2C4A-A205-2F70F66404C5}" destId="{1D512DA7-F653-DE41-9030-A045824193E4}" srcOrd="0" destOrd="0" presId="urn:microsoft.com/office/officeart/2008/layout/LinedList"/>
    <dgm:cxn modelId="{6594E8B3-E0B3-FE46-B138-4C88EFCA22F3}" type="presParOf" srcId="{CE7FED15-DAA3-2C4A-A205-2F70F66404C5}" destId="{1B3A9547-3A6F-5E45-A906-F784CE4746AD}" srcOrd="1" destOrd="0" presId="urn:microsoft.com/office/officeart/2008/layout/LinedList"/>
    <dgm:cxn modelId="{C3421E39-0E78-D64F-97C0-5FD87F0C3160}" type="presParOf" srcId="{EA91C9F8-10F7-5E45-ABA5-9F0AD918C74A}" destId="{F454D183-C732-5745-9594-291659D670E4}" srcOrd="2" destOrd="0" presId="urn:microsoft.com/office/officeart/2008/layout/LinedList"/>
    <dgm:cxn modelId="{E65EDB2D-3018-344C-A18C-CFD0B71C0963}" type="presParOf" srcId="{EA91C9F8-10F7-5E45-ABA5-9F0AD918C74A}" destId="{9BBF7D6B-EFF5-4343-BE07-FB43B44BFA58}" srcOrd="3" destOrd="0" presId="urn:microsoft.com/office/officeart/2008/layout/LinedList"/>
    <dgm:cxn modelId="{6D254F12-ECFE-974D-B226-1FA6586A10AE}" type="presParOf" srcId="{9BBF7D6B-EFF5-4343-BE07-FB43B44BFA58}" destId="{B018BA2D-EA8A-014E-97AE-A5BD5E7B0ECA}" srcOrd="0" destOrd="0" presId="urn:microsoft.com/office/officeart/2008/layout/LinedList"/>
    <dgm:cxn modelId="{CFF8A721-7B6E-6243-9FD5-4C129B2E7B54}" type="presParOf" srcId="{9BBF7D6B-EFF5-4343-BE07-FB43B44BFA58}" destId="{72C326BE-E626-3242-8963-B43CD05C3DE1}" srcOrd="1" destOrd="0" presId="urn:microsoft.com/office/officeart/2008/layout/LinedList"/>
    <dgm:cxn modelId="{22DC90F2-DC68-0141-A905-6D375ADFBA45}" type="presParOf" srcId="{EA91C9F8-10F7-5E45-ABA5-9F0AD918C74A}" destId="{FB627AF4-A2DA-9947-A94B-D524FEEF9678}" srcOrd="4" destOrd="0" presId="urn:microsoft.com/office/officeart/2008/layout/LinedList"/>
    <dgm:cxn modelId="{2FBB2E07-17D9-7D42-A315-EAFD3E61507A}" type="presParOf" srcId="{EA91C9F8-10F7-5E45-ABA5-9F0AD918C74A}" destId="{E4C80474-9621-354C-BBF5-0BF5D766CBEC}" srcOrd="5" destOrd="0" presId="urn:microsoft.com/office/officeart/2008/layout/LinedList"/>
    <dgm:cxn modelId="{FA8E7AFB-5826-914E-860D-F1D1C9189B88}" type="presParOf" srcId="{E4C80474-9621-354C-BBF5-0BF5D766CBEC}" destId="{B394762F-E5F9-9E48-9A11-3C4387C1ECD3}" srcOrd="0" destOrd="0" presId="urn:microsoft.com/office/officeart/2008/layout/LinedList"/>
    <dgm:cxn modelId="{C82FAA26-A5A6-5B4E-941D-32D31CC5BF8E}" type="presParOf" srcId="{E4C80474-9621-354C-BBF5-0BF5D766CBEC}" destId="{0BCCD238-797A-1646-A8F3-4B179EA41B4F}" srcOrd="1" destOrd="0" presId="urn:microsoft.com/office/officeart/2008/layout/LinedList"/>
    <dgm:cxn modelId="{E807D15E-BAE5-474D-AC08-87F46A0BCC32}" type="presParOf" srcId="{EA91C9F8-10F7-5E45-ABA5-9F0AD918C74A}" destId="{5FAFF916-B9E0-2441-8A51-5C601124F30D}" srcOrd="6" destOrd="0" presId="urn:microsoft.com/office/officeart/2008/layout/LinedList"/>
    <dgm:cxn modelId="{3B480AF1-73BF-8E4C-8D32-03765436CF5D}" type="presParOf" srcId="{EA91C9F8-10F7-5E45-ABA5-9F0AD918C74A}" destId="{FCB287ED-52E3-8348-8C8F-F37771778446}" srcOrd="7" destOrd="0" presId="urn:microsoft.com/office/officeart/2008/layout/LinedList"/>
    <dgm:cxn modelId="{1D473BDD-5387-CD40-B25A-FAAE954E5DF8}" type="presParOf" srcId="{FCB287ED-52E3-8348-8C8F-F37771778446}" destId="{B5165DB3-251A-1A4A-BF9F-FA010057AB51}" srcOrd="0" destOrd="0" presId="urn:microsoft.com/office/officeart/2008/layout/LinedList"/>
    <dgm:cxn modelId="{3CD52E70-A7AF-FC49-8393-A978B274FFA7}" type="presParOf" srcId="{FCB287ED-52E3-8348-8C8F-F37771778446}" destId="{37366741-6C3E-6548-9737-723B0CE5AD90}"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1D322DD-84FD-4F83-98AD-33C4A0FC8D37}"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C1FC76B9-AECC-4D50-8DB7-03EDA71449EC}">
      <dgm:prSet/>
      <dgm:spPr/>
      <dgm:t>
        <a:bodyPr/>
        <a:lstStyle/>
        <a:p>
          <a:r>
            <a:rPr lang="en-US"/>
            <a:t>• Confidentiality</a:t>
          </a:r>
        </a:p>
      </dgm:t>
    </dgm:pt>
    <dgm:pt modelId="{BE091F03-083B-43DA-AD79-919F0BBB6465}" type="parTrans" cxnId="{8A5867AE-3C26-422C-AFE5-2B8166AA0ADA}">
      <dgm:prSet/>
      <dgm:spPr/>
      <dgm:t>
        <a:bodyPr/>
        <a:lstStyle/>
        <a:p>
          <a:endParaRPr lang="en-US"/>
        </a:p>
      </dgm:t>
    </dgm:pt>
    <dgm:pt modelId="{066F59B7-0C39-48D9-9027-93595B7E999E}" type="sibTrans" cxnId="{8A5867AE-3C26-422C-AFE5-2B8166AA0ADA}">
      <dgm:prSet/>
      <dgm:spPr/>
      <dgm:t>
        <a:bodyPr/>
        <a:lstStyle/>
        <a:p>
          <a:endParaRPr lang="en-US"/>
        </a:p>
      </dgm:t>
    </dgm:pt>
    <dgm:pt modelId="{1AA161E5-56FD-4932-A980-EF804510C3E7}">
      <dgm:prSet/>
      <dgm:spPr/>
      <dgm:t>
        <a:bodyPr/>
        <a:lstStyle/>
        <a:p>
          <a:r>
            <a:rPr lang="en-US"/>
            <a:t>• Integrity</a:t>
          </a:r>
        </a:p>
      </dgm:t>
    </dgm:pt>
    <dgm:pt modelId="{38B49CAA-F9F2-40CA-881A-96BAF3E568D0}" type="parTrans" cxnId="{32F089DD-72EE-4EF2-B75F-A4AFF4E21FCC}">
      <dgm:prSet/>
      <dgm:spPr/>
      <dgm:t>
        <a:bodyPr/>
        <a:lstStyle/>
        <a:p>
          <a:endParaRPr lang="en-US"/>
        </a:p>
      </dgm:t>
    </dgm:pt>
    <dgm:pt modelId="{9BCBC7A4-1252-4C00-944F-1FBF44AAD0DD}" type="sibTrans" cxnId="{32F089DD-72EE-4EF2-B75F-A4AFF4E21FCC}">
      <dgm:prSet/>
      <dgm:spPr/>
      <dgm:t>
        <a:bodyPr/>
        <a:lstStyle/>
        <a:p>
          <a:endParaRPr lang="en-US"/>
        </a:p>
      </dgm:t>
    </dgm:pt>
    <dgm:pt modelId="{0558ABAF-EFAB-4223-B143-B347E5E18E7C}">
      <dgm:prSet/>
      <dgm:spPr/>
      <dgm:t>
        <a:bodyPr/>
        <a:lstStyle/>
        <a:p>
          <a:r>
            <a:rPr lang="en-US"/>
            <a:t>• Availability</a:t>
          </a:r>
        </a:p>
      </dgm:t>
    </dgm:pt>
    <dgm:pt modelId="{02E3881D-5045-4D96-9C1F-926099B87FD7}" type="parTrans" cxnId="{BDD614BF-D196-4C75-8614-2D864EDEDB48}">
      <dgm:prSet/>
      <dgm:spPr/>
      <dgm:t>
        <a:bodyPr/>
        <a:lstStyle/>
        <a:p>
          <a:endParaRPr lang="en-US"/>
        </a:p>
      </dgm:t>
    </dgm:pt>
    <dgm:pt modelId="{359537C2-0A7E-42C2-A380-B148111C0A8D}" type="sibTrans" cxnId="{BDD614BF-D196-4C75-8614-2D864EDEDB48}">
      <dgm:prSet/>
      <dgm:spPr/>
      <dgm:t>
        <a:bodyPr/>
        <a:lstStyle/>
        <a:p>
          <a:endParaRPr lang="en-US"/>
        </a:p>
      </dgm:t>
    </dgm:pt>
    <dgm:pt modelId="{425CBEF5-CDAC-B947-A0ED-88B7D9E5350E}" type="pres">
      <dgm:prSet presAssocID="{C1D322DD-84FD-4F83-98AD-33C4A0FC8D37}" presName="vert0" presStyleCnt="0">
        <dgm:presLayoutVars>
          <dgm:dir/>
          <dgm:animOne val="branch"/>
          <dgm:animLvl val="lvl"/>
        </dgm:presLayoutVars>
      </dgm:prSet>
      <dgm:spPr/>
    </dgm:pt>
    <dgm:pt modelId="{D9239011-351C-B847-8E5D-3BE8CB3531D5}" type="pres">
      <dgm:prSet presAssocID="{C1FC76B9-AECC-4D50-8DB7-03EDA71449EC}" presName="thickLine" presStyleLbl="alignNode1" presStyleIdx="0" presStyleCnt="3"/>
      <dgm:spPr/>
    </dgm:pt>
    <dgm:pt modelId="{AEE1B948-C822-C341-96A1-6CDA195A4726}" type="pres">
      <dgm:prSet presAssocID="{C1FC76B9-AECC-4D50-8DB7-03EDA71449EC}" presName="horz1" presStyleCnt="0"/>
      <dgm:spPr/>
    </dgm:pt>
    <dgm:pt modelId="{9612C7AC-2806-F449-B8CD-81D13E81020F}" type="pres">
      <dgm:prSet presAssocID="{C1FC76B9-AECC-4D50-8DB7-03EDA71449EC}" presName="tx1" presStyleLbl="revTx" presStyleIdx="0" presStyleCnt="3"/>
      <dgm:spPr/>
    </dgm:pt>
    <dgm:pt modelId="{D34D622F-8FFF-D94F-ABFD-DA4F8D8529CC}" type="pres">
      <dgm:prSet presAssocID="{C1FC76B9-AECC-4D50-8DB7-03EDA71449EC}" presName="vert1" presStyleCnt="0"/>
      <dgm:spPr/>
    </dgm:pt>
    <dgm:pt modelId="{EBC8914C-DD26-3E4D-B22D-FE5C4AF9F108}" type="pres">
      <dgm:prSet presAssocID="{1AA161E5-56FD-4932-A980-EF804510C3E7}" presName="thickLine" presStyleLbl="alignNode1" presStyleIdx="1" presStyleCnt="3"/>
      <dgm:spPr/>
    </dgm:pt>
    <dgm:pt modelId="{9821B08C-C708-DD49-97F2-27C89908C815}" type="pres">
      <dgm:prSet presAssocID="{1AA161E5-56FD-4932-A980-EF804510C3E7}" presName="horz1" presStyleCnt="0"/>
      <dgm:spPr/>
    </dgm:pt>
    <dgm:pt modelId="{12E75616-FBEC-3742-852C-8F7649666FE4}" type="pres">
      <dgm:prSet presAssocID="{1AA161E5-56FD-4932-A980-EF804510C3E7}" presName="tx1" presStyleLbl="revTx" presStyleIdx="1" presStyleCnt="3"/>
      <dgm:spPr/>
    </dgm:pt>
    <dgm:pt modelId="{0FA7EB96-F10D-0448-8118-451C0798E137}" type="pres">
      <dgm:prSet presAssocID="{1AA161E5-56FD-4932-A980-EF804510C3E7}" presName="vert1" presStyleCnt="0"/>
      <dgm:spPr/>
    </dgm:pt>
    <dgm:pt modelId="{DD121DD9-390C-214C-8DF1-19599BC067E8}" type="pres">
      <dgm:prSet presAssocID="{0558ABAF-EFAB-4223-B143-B347E5E18E7C}" presName="thickLine" presStyleLbl="alignNode1" presStyleIdx="2" presStyleCnt="3"/>
      <dgm:spPr/>
    </dgm:pt>
    <dgm:pt modelId="{B9920BCA-A685-8C4E-B3ED-CB18B1D2E622}" type="pres">
      <dgm:prSet presAssocID="{0558ABAF-EFAB-4223-B143-B347E5E18E7C}" presName="horz1" presStyleCnt="0"/>
      <dgm:spPr/>
    </dgm:pt>
    <dgm:pt modelId="{C58CE974-1792-7547-A365-66E78983C599}" type="pres">
      <dgm:prSet presAssocID="{0558ABAF-EFAB-4223-B143-B347E5E18E7C}" presName="tx1" presStyleLbl="revTx" presStyleIdx="2" presStyleCnt="3"/>
      <dgm:spPr/>
    </dgm:pt>
    <dgm:pt modelId="{81F1A706-9252-1B48-B578-01474315D80E}" type="pres">
      <dgm:prSet presAssocID="{0558ABAF-EFAB-4223-B143-B347E5E18E7C}" presName="vert1" presStyleCnt="0"/>
      <dgm:spPr/>
    </dgm:pt>
  </dgm:ptLst>
  <dgm:cxnLst>
    <dgm:cxn modelId="{9D298C0A-F959-FE41-8B2C-A1D6F23FE705}" type="presOf" srcId="{1AA161E5-56FD-4932-A980-EF804510C3E7}" destId="{12E75616-FBEC-3742-852C-8F7649666FE4}" srcOrd="0" destOrd="0" presId="urn:microsoft.com/office/officeart/2008/layout/LinedList"/>
    <dgm:cxn modelId="{20E4740B-DE58-F64A-BF54-5019E0C684A3}" type="presOf" srcId="{C1FC76B9-AECC-4D50-8DB7-03EDA71449EC}" destId="{9612C7AC-2806-F449-B8CD-81D13E81020F}" srcOrd="0" destOrd="0" presId="urn:microsoft.com/office/officeart/2008/layout/LinedList"/>
    <dgm:cxn modelId="{8DD1DD0F-193C-C04A-A7D3-2B9763E430AE}" type="presOf" srcId="{0558ABAF-EFAB-4223-B143-B347E5E18E7C}" destId="{C58CE974-1792-7547-A365-66E78983C599}" srcOrd="0" destOrd="0" presId="urn:microsoft.com/office/officeart/2008/layout/LinedList"/>
    <dgm:cxn modelId="{8A5867AE-3C26-422C-AFE5-2B8166AA0ADA}" srcId="{C1D322DD-84FD-4F83-98AD-33C4A0FC8D37}" destId="{C1FC76B9-AECC-4D50-8DB7-03EDA71449EC}" srcOrd="0" destOrd="0" parTransId="{BE091F03-083B-43DA-AD79-919F0BBB6465}" sibTransId="{066F59B7-0C39-48D9-9027-93595B7E999E}"/>
    <dgm:cxn modelId="{BDD614BF-D196-4C75-8614-2D864EDEDB48}" srcId="{C1D322DD-84FD-4F83-98AD-33C4A0FC8D37}" destId="{0558ABAF-EFAB-4223-B143-B347E5E18E7C}" srcOrd="2" destOrd="0" parTransId="{02E3881D-5045-4D96-9C1F-926099B87FD7}" sibTransId="{359537C2-0A7E-42C2-A380-B148111C0A8D}"/>
    <dgm:cxn modelId="{32F089DD-72EE-4EF2-B75F-A4AFF4E21FCC}" srcId="{C1D322DD-84FD-4F83-98AD-33C4A0FC8D37}" destId="{1AA161E5-56FD-4932-A980-EF804510C3E7}" srcOrd="1" destOrd="0" parTransId="{38B49CAA-F9F2-40CA-881A-96BAF3E568D0}" sibTransId="{9BCBC7A4-1252-4C00-944F-1FBF44AAD0DD}"/>
    <dgm:cxn modelId="{41603EE0-498C-E54C-9EF0-5B89284585B4}" type="presOf" srcId="{C1D322DD-84FD-4F83-98AD-33C4A0FC8D37}" destId="{425CBEF5-CDAC-B947-A0ED-88B7D9E5350E}" srcOrd="0" destOrd="0" presId="urn:microsoft.com/office/officeart/2008/layout/LinedList"/>
    <dgm:cxn modelId="{E7EC0AA4-1A4A-C545-A506-C9BD8F38D030}" type="presParOf" srcId="{425CBEF5-CDAC-B947-A0ED-88B7D9E5350E}" destId="{D9239011-351C-B847-8E5D-3BE8CB3531D5}" srcOrd="0" destOrd="0" presId="urn:microsoft.com/office/officeart/2008/layout/LinedList"/>
    <dgm:cxn modelId="{83BF9F35-5616-F94D-BF6C-8CEA253BEBC1}" type="presParOf" srcId="{425CBEF5-CDAC-B947-A0ED-88B7D9E5350E}" destId="{AEE1B948-C822-C341-96A1-6CDA195A4726}" srcOrd="1" destOrd="0" presId="urn:microsoft.com/office/officeart/2008/layout/LinedList"/>
    <dgm:cxn modelId="{C9F309CF-EA3E-9D4D-978F-C52FBDCFA591}" type="presParOf" srcId="{AEE1B948-C822-C341-96A1-6CDA195A4726}" destId="{9612C7AC-2806-F449-B8CD-81D13E81020F}" srcOrd="0" destOrd="0" presId="urn:microsoft.com/office/officeart/2008/layout/LinedList"/>
    <dgm:cxn modelId="{3DF09577-15F3-6F4F-983B-718E036CE6F1}" type="presParOf" srcId="{AEE1B948-C822-C341-96A1-6CDA195A4726}" destId="{D34D622F-8FFF-D94F-ABFD-DA4F8D8529CC}" srcOrd="1" destOrd="0" presId="urn:microsoft.com/office/officeart/2008/layout/LinedList"/>
    <dgm:cxn modelId="{E5799FB4-253D-E840-8BD9-E85B584A0510}" type="presParOf" srcId="{425CBEF5-CDAC-B947-A0ED-88B7D9E5350E}" destId="{EBC8914C-DD26-3E4D-B22D-FE5C4AF9F108}" srcOrd="2" destOrd="0" presId="urn:microsoft.com/office/officeart/2008/layout/LinedList"/>
    <dgm:cxn modelId="{24A2B07B-2DCF-9946-9BEA-3B38C37235D2}" type="presParOf" srcId="{425CBEF5-CDAC-B947-A0ED-88B7D9E5350E}" destId="{9821B08C-C708-DD49-97F2-27C89908C815}" srcOrd="3" destOrd="0" presId="urn:microsoft.com/office/officeart/2008/layout/LinedList"/>
    <dgm:cxn modelId="{6D97DFCF-0666-4C45-A77C-E67505815606}" type="presParOf" srcId="{9821B08C-C708-DD49-97F2-27C89908C815}" destId="{12E75616-FBEC-3742-852C-8F7649666FE4}" srcOrd="0" destOrd="0" presId="urn:microsoft.com/office/officeart/2008/layout/LinedList"/>
    <dgm:cxn modelId="{0FC05042-C5B6-1B44-838E-F208FF68B4E5}" type="presParOf" srcId="{9821B08C-C708-DD49-97F2-27C89908C815}" destId="{0FA7EB96-F10D-0448-8118-451C0798E137}" srcOrd="1" destOrd="0" presId="urn:microsoft.com/office/officeart/2008/layout/LinedList"/>
    <dgm:cxn modelId="{64E14696-232F-FD49-91CA-D42CA99F61A6}" type="presParOf" srcId="{425CBEF5-CDAC-B947-A0ED-88B7D9E5350E}" destId="{DD121DD9-390C-214C-8DF1-19599BC067E8}" srcOrd="4" destOrd="0" presId="urn:microsoft.com/office/officeart/2008/layout/LinedList"/>
    <dgm:cxn modelId="{183B4BF9-2234-DD4D-A949-1BB08E9D7303}" type="presParOf" srcId="{425CBEF5-CDAC-B947-A0ED-88B7D9E5350E}" destId="{B9920BCA-A685-8C4E-B3ED-CB18B1D2E622}" srcOrd="5" destOrd="0" presId="urn:microsoft.com/office/officeart/2008/layout/LinedList"/>
    <dgm:cxn modelId="{F7A8BA41-2EFA-5F40-B055-EAAEA43E1714}" type="presParOf" srcId="{B9920BCA-A685-8C4E-B3ED-CB18B1D2E622}" destId="{C58CE974-1792-7547-A365-66E78983C599}" srcOrd="0" destOrd="0" presId="urn:microsoft.com/office/officeart/2008/layout/LinedList"/>
    <dgm:cxn modelId="{B6710FDB-4C8E-4A43-A07A-4DC2C3D146B2}" type="presParOf" srcId="{B9920BCA-A685-8C4E-B3ED-CB18B1D2E622}" destId="{81F1A706-9252-1B48-B578-01474315D80E}"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FC6687-5B0E-420E-BA90-B2A72105EAB7}"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350C4F01-3078-4C71-BF42-D54AE787A4AE}">
      <dgm:prSet/>
      <dgm:spPr/>
      <dgm:t>
        <a:bodyPr/>
        <a:lstStyle/>
        <a:p>
          <a:r>
            <a:rPr lang="en-US"/>
            <a:t>• Prevent unauthorised disclosure.</a:t>
          </a:r>
        </a:p>
      </dgm:t>
    </dgm:pt>
    <dgm:pt modelId="{B8DE75AC-D358-41C4-9906-6330EE8AFDF7}" type="parTrans" cxnId="{579DB90E-63C3-42A1-AFC3-85DCCD5490B3}">
      <dgm:prSet/>
      <dgm:spPr/>
      <dgm:t>
        <a:bodyPr/>
        <a:lstStyle/>
        <a:p>
          <a:endParaRPr lang="en-US"/>
        </a:p>
      </dgm:t>
    </dgm:pt>
    <dgm:pt modelId="{3EC2CC7D-7BF6-4B7E-BC4C-B1E1A404A857}" type="sibTrans" cxnId="{579DB90E-63C3-42A1-AFC3-85DCCD5490B3}">
      <dgm:prSet/>
      <dgm:spPr/>
      <dgm:t>
        <a:bodyPr/>
        <a:lstStyle/>
        <a:p>
          <a:endParaRPr lang="en-US"/>
        </a:p>
      </dgm:t>
    </dgm:pt>
    <dgm:pt modelId="{3E789F00-932A-41E0-93E1-FA5B9245E3EE}">
      <dgm:prSet/>
      <dgm:spPr/>
      <dgm:t>
        <a:bodyPr/>
        <a:lstStyle/>
        <a:p>
          <a:r>
            <a:rPr lang="en-US"/>
            <a:t>• Sensitive data: medical, financial, proprietary.</a:t>
          </a:r>
        </a:p>
      </dgm:t>
    </dgm:pt>
    <dgm:pt modelId="{00C638A1-3AEF-474E-8C0F-A1122553A0EB}" type="parTrans" cxnId="{89733859-C2DE-4B92-977A-819E4F395719}">
      <dgm:prSet/>
      <dgm:spPr/>
      <dgm:t>
        <a:bodyPr/>
        <a:lstStyle/>
        <a:p>
          <a:endParaRPr lang="en-US"/>
        </a:p>
      </dgm:t>
    </dgm:pt>
    <dgm:pt modelId="{5E5C9CE4-B76F-4B92-A073-A1F15D05F6A5}" type="sibTrans" cxnId="{89733859-C2DE-4B92-977A-819E4F395719}">
      <dgm:prSet/>
      <dgm:spPr/>
      <dgm:t>
        <a:bodyPr/>
        <a:lstStyle/>
        <a:p>
          <a:endParaRPr lang="en-US"/>
        </a:p>
      </dgm:t>
    </dgm:pt>
    <dgm:pt modelId="{29D3EE68-F6A5-49AF-863F-0E138407DACD}">
      <dgm:prSet/>
      <dgm:spPr/>
      <dgm:t>
        <a:bodyPr/>
        <a:lstStyle/>
        <a:p>
          <a:r>
            <a:rPr lang="en-US"/>
            <a:t>• Mechanisms: authentication, authorisation, encryption.</a:t>
          </a:r>
        </a:p>
      </dgm:t>
    </dgm:pt>
    <dgm:pt modelId="{7E052D09-6B51-45DE-BDE2-90C370CB2493}" type="parTrans" cxnId="{7467B417-950E-4642-860F-9B5161F53A25}">
      <dgm:prSet/>
      <dgm:spPr/>
      <dgm:t>
        <a:bodyPr/>
        <a:lstStyle/>
        <a:p>
          <a:endParaRPr lang="en-US"/>
        </a:p>
      </dgm:t>
    </dgm:pt>
    <dgm:pt modelId="{19236A6A-18BE-47A1-BEE1-6F4D6DBAB86F}" type="sibTrans" cxnId="{7467B417-950E-4642-860F-9B5161F53A25}">
      <dgm:prSet/>
      <dgm:spPr/>
      <dgm:t>
        <a:bodyPr/>
        <a:lstStyle/>
        <a:p>
          <a:endParaRPr lang="en-US"/>
        </a:p>
      </dgm:t>
    </dgm:pt>
    <dgm:pt modelId="{0A8DA970-3680-452A-A1F2-06EACB9ED4A6}">
      <dgm:prSet/>
      <dgm:spPr/>
      <dgm:t>
        <a:bodyPr/>
        <a:lstStyle/>
        <a:p>
          <a:r>
            <a:rPr lang="en-US"/>
            <a:t>• Policies &amp; procedures (training, compliance).</a:t>
          </a:r>
        </a:p>
      </dgm:t>
    </dgm:pt>
    <dgm:pt modelId="{2C634979-DE84-4FDA-8ECD-C26DD5F7B1CE}" type="parTrans" cxnId="{1E05632C-2591-46B5-98AE-A8752800ED62}">
      <dgm:prSet/>
      <dgm:spPr/>
      <dgm:t>
        <a:bodyPr/>
        <a:lstStyle/>
        <a:p>
          <a:endParaRPr lang="en-US"/>
        </a:p>
      </dgm:t>
    </dgm:pt>
    <dgm:pt modelId="{30C2AE87-9A50-40E4-8196-BCB9C9F570C0}" type="sibTrans" cxnId="{1E05632C-2591-46B5-98AE-A8752800ED62}">
      <dgm:prSet/>
      <dgm:spPr/>
      <dgm:t>
        <a:bodyPr/>
        <a:lstStyle/>
        <a:p>
          <a:endParaRPr lang="en-US"/>
        </a:p>
      </dgm:t>
    </dgm:pt>
    <dgm:pt modelId="{C234F97B-C822-0D46-8074-F912B6767595}" type="pres">
      <dgm:prSet presAssocID="{CFFC6687-5B0E-420E-BA90-B2A72105EAB7}" presName="vert0" presStyleCnt="0">
        <dgm:presLayoutVars>
          <dgm:dir/>
          <dgm:animOne val="branch"/>
          <dgm:animLvl val="lvl"/>
        </dgm:presLayoutVars>
      </dgm:prSet>
      <dgm:spPr/>
    </dgm:pt>
    <dgm:pt modelId="{841D554E-0330-7E47-8F51-FAAAA4975332}" type="pres">
      <dgm:prSet presAssocID="{350C4F01-3078-4C71-BF42-D54AE787A4AE}" presName="thickLine" presStyleLbl="alignNode1" presStyleIdx="0" presStyleCnt="4"/>
      <dgm:spPr/>
    </dgm:pt>
    <dgm:pt modelId="{EEE43515-90FE-5744-B6B6-B74F5164A7FF}" type="pres">
      <dgm:prSet presAssocID="{350C4F01-3078-4C71-BF42-D54AE787A4AE}" presName="horz1" presStyleCnt="0"/>
      <dgm:spPr/>
    </dgm:pt>
    <dgm:pt modelId="{D9E6D943-59BA-2046-826B-D9BA7AFCA238}" type="pres">
      <dgm:prSet presAssocID="{350C4F01-3078-4C71-BF42-D54AE787A4AE}" presName="tx1" presStyleLbl="revTx" presStyleIdx="0" presStyleCnt="4"/>
      <dgm:spPr/>
    </dgm:pt>
    <dgm:pt modelId="{08BE16AF-7C50-4845-9C34-BEC1467E5074}" type="pres">
      <dgm:prSet presAssocID="{350C4F01-3078-4C71-BF42-D54AE787A4AE}" presName="vert1" presStyleCnt="0"/>
      <dgm:spPr/>
    </dgm:pt>
    <dgm:pt modelId="{14F8FB5E-39EE-3049-9CE6-B3A1A18F88C5}" type="pres">
      <dgm:prSet presAssocID="{3E789F00-932A-41E0-93E1-FA5B9245E3EE}" presName="thickLine" presStyleLbl="alignNode1" presStyleIdx="1" presStyleCnt="4"/>
      <dgm:spPr/>
    </dgm:pt>
    <dgm:pt modelId="{404D4360-C026-A94E-9C1B-4F85CDA56625}" type="pres">
      <dgm:prSet presAssocID="{3E789F00-932A-41E0-93E1-FA5B9245E3EE}" presName="horz1" presStyleCnt="0"/>
      <dgm:spPr/>
    </dgm:pt>
    <dgm:pt modelId="{6979F90C-AA1E-6D4E-92FA-3A22BCD7CDF4}" type="pres">
      <dgm:prSet presAssocID="{3E789F00-932A-41E0-93E1-FA5B9245E3EE}" presName="tx1" presStyleLbl="revTx" presStyleIdx="1" presStyleCnt="4"/>
      <dgm:spPr/>
    </dgm:pt>
    <dgm:pt modelId="{3DD8FDD7-F166-B640-8542-0F0F65259E33}" type="pres">
      <dgm:prSet presAssocID="{3E789F00-932A-41E0-93E1-FA5B9245E3EE}" presName="vert1" presStyleCnt="0"/>
      <dgm:spPr/>
    </dgm:pt>
    <dgm:pt modelId="{872024FE-B571-6E43-915B-86B78E3D408E}" type="pres">
      <dgm:prSet presAssocID="{29D3EE68-F6A5-49AF-863F-0E138407DACD}" presName="thickLine" presStyleLbl="alignNode1" presStyleIdx="2" presStyleCnt="4"/>
      <dgm:spPr/>
    </dgm:pt>
    <dgm:pt modelId="{D651D2CE-79EA-F945-B642-5F42ED7F491C}" type="pres">
      <dgm:prSet presAssocID="{29D3EE68-F6A5-49AF-863F-0E138407DACD}" presName="horz1" presStyleCnt="0"/>
      <dgm:spPr/>
    </dgm:pt>
    <dgm:pt modelId="{11D77003-F874-C04A-BBC0-5A0FF0C3C94B}" type="pres">
      <dgm:prSet presAssocID="{29D3EE68-F6A5-49AF-863F-0E138407DACD}" presName="tx1" presStyleLbl="revTx" presStyleIdx="2" presStyleCnt="4"/>
      <dgm:spPr/>
    </dgm:pt>
    <dgm:pt modelId="{516BE388-0801-B548-82CE-E782671EA535}" type="pres">
      <dgm:prSet presAssocID="{29D3EE68-F6A5-49AF-863F-0E138407DACD}" presName="vert1" presStyleCnt="0"/>
      <dgm:spPr/>
    </dgm:pt>
    <dgm:pt modelId="{24E25AEB-1449-5D41-AE0F-95DA36234ED2}" type="pres">
      <dgm:prSet presAssocID="{0A8DA970-3680-452A-A1F2-06EACB9ED4A6}" presName="thickLine" presStyleLbl="alignNode1" presStyleIdx="3" presStyleCnt="4"/>
      <dgm:spPr/>
    </dgm:pt>
    <dgm:pt modelId="{0111F799-C418-2D42-9AF9-2D5647A94310}" type="pres">
      <dgm:prSet presAssocID="{0A8DA970-3680-452A-A1F2-06EACB9ED4A6}" presName="horz1" presStyleCnt="0"/>
      <dgm:spPr/>
    </dgm:pt>
    <dgm:pt modelId="{DE149B3C-3F37-5C47-846C-51331A1A2EEC}" type="pres">
      <dgm:prSet presAssocID="{0A8DA970-3680-452A-A1F2-06EACB9ED4A6}" presName="tx1" presStyleLbl="revTx" presStyleIdx="3" presStyleCnt="4"/>
      <dgm:spPr/>
    </dgm:pt>
    <dgm:pt modelId="{73003B82-750A-B843-82DA-B8468C9B7506}" type="pres">
      <dgm:prSet presAssocID="{0A8DA970-3680-452A-A1F2-06EACB9ED4A6}" presName="vert1" presStyleCnt="0"/>
      <dgm:spPr/>
    </dgm:pt>
  </dgm:ptLst>
  <dgm:cxnLst>
    <dgm:cxn modelId="{2A3BE802-664A-0F40-9D32-29A269FD19D8}" type="presOf" srcId="{0A8DA970-3680-452A-A1F2-06EACB9ED4A6}" destId="{DE149B3C-3F37-5C47-846C-51331A1A2EEC}" srcOrd="0" destOrd="0" presId="urn:microsoft.com/office/officeart/2008/layout/LinedList"/>
    <dgm:cxn modelId="{579DB90E-63C3-42A1-AFC3-85DCCD5490B3}" srcId="{CFFC6687-5B0E-420E-BA90-B2A72105EAB7}" destId="{350C4F01-3078-4C71-BF42-D54AE787A4AE}" srcOrd="0" destOrd="0" parTransId="{B8DE75AC-D358-41C4-9906-6330EE8AFDF7}" sibTransId="{3EC2CC7D-7BF6-4B7E-BC4C-B1E1A404A857}"/>
    <dgm:cxn modelId="{7467B417-950E-4642-860F-9B5161F53A25}" srcId="{CFFC6687-5B0E-420E-BA90-B2A72105EAB7}" destId="{29D3EE68-F6A5-49AF-863F-0E138407DACD}" srcOrd="2" destOrd="0" parTransId="{7E052D09-6B51-45DE-BDE2-90C370CB2493}" sibTransId="{19236A6A-18BE-47A1-BEE1-6F4D6DBAB86F}"/>
    <dgm:cxn modelId="{1E05632C-2591-46B5-98AE-A8752800ED62}" srcId="{CFFC6687-5B0E-420E-BA90-B2A72105EAB7}" destId="{0A8DA970-3680-452A-A1F2-06EACB9ED4A6}" srcOrd="3" destOrd="0" parTransId="{2C634979-DE84-4FDA-8ECD-C26DD5F7B1CE}" sibTransId="{30C2AE87-9A50-40E4-8196-BCB9C9F570C0}"/>
    <dgm:cxn modelId="{2D98E647-2359-064E-ADCC-722C1C119EDA}" type="presOf" srcId="{3E789F00-932A-41E0-93E1-FA5B9245E3EE}" destId="{6979F90C-AA1E-6D4E-92FA-3A22BCD7CDF4}" srcOrd="0" destOrd="0" presId="urn:microsoft.com/office/officeart/2008/layout/LinedList"/>
    <dgm:cxn modelId="{89733859-C2DE-4B92-977A-819E4F395719}" srcId="{CFFC6687-5B0E-420E-BA90-B2A72105EAB7}" destId="{3E789F00-932A-41E0-93E1-FA5B9245E3EE}" srcOrd="1" destOrd="0" parTransId="{00C638A1-3AEF-474E-8C0F-A1122553A0EB}" sibTransId="{5E5C9CE4-B76F-4B92-A073-A1F15D05F6A5}"/>
    <dgm:cxn modelId="{70F915A2-B149-0440-A0A0-13DB0CCDFFCD}" type="presOf" srcId="{29D3EE68-F6A5-49AF-863F-0E138407DACD}" destId="{11D77003-F874-C04A-BBC0-5A0FF0C3C94B}" srcOrd="0" destOrd="0" presId="urn:microsoft.com/office/officeart/2008/layout/LinedList"/>
    <dgm:cxn modelId="{B78E55A8-BCDF-014E-9913-2EA7BF4AC33A}" type="presOf" srcId="{350C4F01-3078-4C71-BF42-D54AE787A4AE}" destId="{D9E6D943-59BA-2046-826B-D9BA7AFCA238}" srcOrd="0" destOrd="0" presId="urn:microsoft.com/office/officeart/2008/layout/LinedList"/>
    <dgm:cxn modelId="{7E9493A9-AFF1-1E40-8D85-4BBA5A270B54}" type="presOf" srcId="{CFFC6687-5B0E-420E-BA90-B2A72105EAB7}" destId="{C234F97B-C822-0D46-8074-F912B6767595}" srcOrd="0" destOrd="0" presId="urn:microsoft.com/office/officeart/2008/layout/LinedList"/>
    <dgm:cxn modelId="{73B3CC2F-D092-7243-9767-016A481CA185}" type="presParOf" srcId="{C234F97B-C822-0D46-8074-F912B6767595}" destId="{841D554E-0330-7E47-8F51-FAAAA4975332}" srcOrd="0" destOrd="0" presId="urn:microsoft.com/office/officeart/2008/layout/LinedList"/>
    <dgm:cxn modelId="{5DF296AD-3FD1-804F-9444-90A9896C8663}" type="presParOf" srcId="{C234F97B-C822-0D46-8074-F912B6767595}" destId="{EEE43515-90FE-5744-B6B6-B74F5164A7FF}" srcOrd="1" destOrd="0" presId="urn:microsoft.com/office/officeart/2008/layout/LinedList"/>
    <dgm:cxn modelId="{DBE1D535-9ECC-EE4D-A6FF-42121D8A906A}" type="presParOf" srcId="{EEE43515-90FE-5744-B6B6-B74F5164A7FF}" destId="{D9E6D943-59BA-2046-826B-D9BA7AFCA238}" srcOrd="0" destOrd="0" presId="urn:microsoft.com/office/officeart/2008/layout/LinedList"/>
    <dgm:cxn modelId="{AD2CD222-EF6E-3444-BA38-C7E924EB4A6F}" type="presParOf" srcId="{EEE43515-90FE-5744-B6B6-B74F5164A7FF}" destId="{08BE16AF-7C50-4845-9C34-BEC1467E5074}" srcOrd="1" destOrd="0" presId="urn:microsoft.com/office/officeart/2008/layout/LinedList"/>
    <dgm:cxn modelId="{B9472504-7C7E-6E49-ADDE-24239E9B3CE4}" type="presParOf" srcId="{C234F97B-C822-0D46-8074-F912B6767595}" destId="{14F8FB5E-39EE-3049-9CE6-B3A1A18F88C5}" srcOrd="2" destOrd="0" presId="urn:microsoft.com/office/officeart/2008/layout/LinedList"/>
    <dgm:cxn modelId="{8B119C98-52CA-E04A-AC59-68DE98191DE4}" type="presParOf" srcId="{C234F97B-C822-0D46-8074-F912B6767595}" destId="{404D4360-C026-A94E-9C1B-4F85CDA56625}" srcOrd="3" destOrd="0" presId="urn:microsoft.com/office/officeart/2008/layout/LinedList"/>
    <dgm:cxn modelId="{88FEEFDD-DF4F-2749-BA4C-7605FF1F157F}" type="presParOf" srcId="{404D4360-C026-A94E-9C1B-4F85CDA56625}" destId="{6979F90C-AA1E-6D4E-92FA-3A22BCD7CDF4}" srcOrd="0" destOrd="0" presId="urn:microsoft.com/office/officeart/2008/layout/LinedList"/>
    <dgm:cxn modelId="{C6581A9B-8043-ED48-916A-F461C12A5724}" type="presParOf" srcId="{404D4360-C026-A94E-9C1B-4F85CDA56625}" destId="{3DD8FDD7-F166-B640-8542-0F0F65259E33}" srcOrd="1" destOrd="0" presId="urn:microsoft.com/office/officeart/2008/layout/LinedList"/>
    <dgm:cxn modelId="{D7CE06B2-9691-F041-BDC5-CE9B3F285BED}" type="presParOf" srcId="{C234F97B-C822-0D46-8074-F912B6767595}" destId="{872024FE-B571-6E43-915B-86B78E3D408E}" srcOrd="4" destOrd="0" presId="urn:microsoft.com/office/officeart/2008/layout/LinedList"/>
    <dgm:cxn modelId="{B1B54710-AB9F-C043-BBDD-D3A5994EB5A9}" type="presParOf" srcId="{C234F97B-C822-0D46-8074-F912B6767595}" destId="{D651D2CE-79EA-F945-B642-5F42ED7F491C}" srcOrd="5" destOrd="0" presId="urn:microsoft.com/office/officeart/2008/layout/LinedList"/>
    <dgm:cxn modelId="{1E1B0C65-76AA-0043-B835-AF1F09D11275}" type="presParOf" srcId="{D651D2CE-79EA-F945-B642-5F42ED7F491C}" destId="{11D77003-F874-C04A-BBC0-5A0FF0C3C94B}" srcOrd="0" destOrd="0" presId="urn:microsoft.com/office/officeart/2008/layout/LinedList"/>
    <dgm:cxn modelId="{EB62FE84-ECB3-924A-B5A8-792087BA0B83}" type="presParOf" srcId="{D651D2CE-79EA-F945-B642-5F42ED7F491C}" destId="{516BE388-0801-B548-82CE-E782671EA535}" srcOrd="1" destOrd="0" presId="urn:microsoft.com/office/officeart/2008/layout/LinedList"/>
    <dgm:cxn modelId="{8B18E336-1C7F-B74C-8963-580F74AD5D21}" type="presParOf" srcId="{C234F97B-C822-0D46-8074-F912B6767595}" destId="{24E25AEB-1449-5D41-AE0F-95DA36234ED2}" srcOrd="6" destOrd="0" presId="urn:microsoft.com/office/officeart/2008/layout/LinedList"/>
    <dgm:cxn modelId="{59F698A2-F98E-F848-B812-7B195553E39B}" type="presParOf" srcId="{C234F97B-C822-0D46-8074-F912B6767595}" destId="{0111F799-C418-2D42-9AF9-2D5647A94310}" srcOrd="7" destOrd="0" presId="urn:microsoft.com/office/officeart/2008/layout/LinedList"/>
    <dgm:cxn modelId="{090BD87D-75BA-3F44-B254-14E0716A7143}" type="presParOf" srcId="{0111F799-C418-2D42-9AF9-2D5647A94310}" destId="{DE149B3C-3F37-5C47-846C-51331A1A2EEC}" srcOrd="0" destOrd="0" presId="urn:microsoft.com/office/officeart/2008/layout/LinedList"/>
    <dgm:cxn modelId="{A7B04116-8DAC-D94B-B772-7317274621ED}" type="presParOf" srcId="{0111F799-C418-2D42-9AF9-2D5647A94310}" destId="{73003B82-750A-B843-82DA-B8468C9B750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3F24662-CF5B-4822-BAE9-8B927E17699A}"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EA490C0C-484D-4603-8977-4A129B24E01C}">
      <dgm:prSet/>
      <dgm:spPr/>
      <dgm:t>
        <a:bodyPr/>
        <a:lstStyle/>
        <a:p>
          <a:r>
            <a:rPr lang="en-US"/>
            <a:t>• Trustworthiness of data and systems.</a:t>
          </a:r>
        </a:p>
      </dgm:t>
    </dgm:pt>
    <dgm:pt modelId="{E8515ACF-2F43-494E-AC54-AFE34D1086F8}" type="parTrans" cxnId="{C371B39B-1C53-420F-B776-ADB37551B00C}">
      <dgm:prSet/>
      <dgm:spPr/>
      <dgm:t>
        <a:bodyPr/>
        <a:lstStyle/>
        <a:p>
          <a:endParaRPr lang="en-US"/>
        </a:p>
      </dgm:t>
    </dgm:pt>
    <dgm:pt modelId="{840C2798-A7C1-4F9C-9A52-57A438C9FDCA}" type="sibTrans" cxnId="{C371B39B-1C53-420F-B776-ADB37551B00C}">
      <dgm:prSet/>
      <dgm:spPr/>
      <dgm:t>
        <a:bodyPr/>
        <a:lstStyle/>
        <a:p>
          <a:endParaRPr lang="en-US"/>
        </a:p>
      </dgm:t>
    </dgm:pt>
    <dgm:pt modelId="{9F578CD0-2A9D-44B8-8F7D-200C954C4A4C}">
      <dgm:prSet/>
      <dgm:spPr/>
      <dgm:t>
        <a:bodyPr/>
        <a:lstStyle/>
        <a:p>
          <a:r>
            <a:rPr lang="en-US"/>
            <a:t>• Detect and prevent modification.</a:t>
          </a:r>
        </a:p>
      </dgm:t>
    </dgm:pt>
    <dgm:pt modelId="{ED16FAD2-2F8A-4A41-8D52-7C50EE0783AA}" type="parTrans" cxnId="{48767845-22EF-4896-B7A5-FD60BBAD3335}">
      <dgm:prSet/>
      <dgm:spPr/>
      <dgm:t>
        <a:bodyPr/>
        <a:lstStyle/>
        <a:p>
          <a:endParaRPr lang="en-US"/>
        </a:p>
      </dgm:t>
    </dgm:pt>
    <dgm:pt modelId="{D050EE75-AF52-4958-83D1-C0F62113EA0C}" type="sibTrans" cxnId="{48767845-22EF-4896-B7A5-FD60BBAD3335}">
      <dgm:prSet/>
      <dgm:spPr/>
      <dgm:t>
        <a:bodyPr/>
        <a:lstStyle/>
        <a:p>
          <a:endParaRPr lang="en-US"/>
        </a:p>
      </dgm:t>
    </dgm:pt>
    <dgm:pt modelId="{24B1783F-2965-4180-8053-94E63B8E7369}">
      <dgm:prSet/>
      <dgm:spPr/>
      <dgm:t>
        <a:bodyPr/>
        <a:lstStyle/>
        <a:p>
          <a:r>
            <a:rPr lang="en-US"/>
            <a:t>• Techniques: hashes, digital signatures, checksums.</a:t>
          </a:r>
        </a:p>
      </dgm:t>
    </dgm:pt>
    <dgm:pt modelId="{B3108F04-4D6D-46AE-AAD5-D9B4B2CF4534}" type="parTrans" cxnId="{C4DA1D8D-4566-415D-9DA9-C187677B5C60}">
      <dgm:prSet/>
      <dgm:spPr/>
      <dgm:t>
        <a:bodyPr/>
        <a:lstStyle/>
        <a:p>
          <a:endParaRPr lang="en-US"/>
        </a:p>
      </dgm:t>
    </dgm:pt>
    <dgm:pt modelId="{15EFA102-5A06-45E8-959E-B57131A65730}" type="sibTrans" cxnId="{C4DA1D8D-4566-415D-9DA9-C187677B5C60}">
      <dgm:prSet/>
      <dgm:spPr/>
      <dgm:t>
        <a:bodyPr/>
        <a:lstStyle/>
        <a:p>
          <a:endParaRPr lang="en-US"/>
        </a:p>
      </dgm:t>
    </dgm:pt>
    <dgm:pt modelId="{1C7AA7EE-9A5B-423A-9C8F-C8764EFC870D}">
      <dgm:prSet/>
      <dgm:spPr/>
      <dgm:t>
        <a:bodyPr/>
        <a:lstStyle/>
        <a:p>
          <a:r>
            <a:rPr lang="en-US"/>
            <a:t>• Audit logs and backups for recovery.</a:t>
          </a:r>
        </a:p>
      </dgm:t>
    </dgm:pt>
    <dgm:pt modelId="{E9C435FF-DA2E-4A33-8526-862FD40D301C}" type="parTrans" cxnId="{3E5B3CFF-966F-4815-9B25-07F8E2E0F79B}">
      <dgm:prSet/>
      <dgm:spPr/>
      <dgm:t>
        <a:bodyPr/>
        <a:lstStyle/>
        <a:p>
          <a:endParaRPr lang="en-US"/>
        </a:p>
      </dgm:t>
    </dgm:pt>
    <dgm:pt modelId="{C8B49F6E-2D9B-4127-B240-6FDE70F78E59}" type="sibTrans" cxnId="{3E5B3CFF-966F-4815-9B25-07F8E2E0F79B}">
      <dgm:prSet/>
      <dgm:spPr/>
      <dgm:t>
        <a:bodyPr/>
        <a:lstStyle/>
        <a:p>
          <a:endParaRPr lang="en-US"/>
        </a:p>
      </dgm:t>
    </dgm:pt>
    <dgm:pt modelId="{2D79917A-004D-B94A-9F49-2740E83ACAF0}" type="pres">
      <dgm:prSet presAssocID="{63F24662-CF5B-4822-BAE9-8B927E17699A}" presName="vert0" presStyleCnt="0">
        <dgm:presLayoutVars>
          <dgm:dir/>
          <dgm:animOne val="branch"/>
          <dgm:animLvl val="lvl"/>
        </dgm:presLayoutVars>
      </dgm:prSet>
      <dgm:spPr/>
    </dgm:pt>
    <dgm:pt modelId="{88DADF13-8D7E-944B-BDB4-DCA8DD6858CE}" type="pres">
      <dgm:prSet presAssocID="{EA490C0C-484D-4603-8977-4A129B24E01C}" presName="thickLine" presStyleLbl="alignNode1" presStyleIdx="0" presStyleCnt="4"/>
      <dgm:spPr/>
    </dgm:pt>
    <dgm:pt modelId="{AE43214C-EA0C-BC43-AFBA-8C3D775134E5}" type="pres">
      <dgm:prSet presAssocID="{EA490C0C-484D-4603-8977-4A129B24E01C}" presName="horz1" presStyleCnt="0"/>
      <dgm:spPr/>
    </dgm:pt>
    <dgm:pt modelId="{F213EFF3-7DF8-054A-B834-FE90E4855510}" type="pres">
      <dgm:prSet presAssocID="{EA490C0C-484D-4603-8977-4A129B24E01C}" presName="tx1" presStyleLbl="revTx" presStyleIdx="0" presStyleCnt="4"/>
      <dgm:spPr/>
    </dgm:pt>
    <dgm:pt modelId="{4B1C51C9-644D-C340-BA86-2203D0AB0C69}" type="pres">
      <dgm:prSet presAssocID="{EA490C0C-484D-4603-8977-4A129B24E01C}" presName="vert1" presStyleCnt="0"/>
      <dgm:spPr/>
    </dgm:pt>
    <dgm:pt modelId="{EC8BB241-A4B8-E048-94DF-9C6D57DDB668}" type="pres">
      <dgm:prSet presAssocID="{9F578CD0-2A9D-44B8-8F7D-200C954C4A4C}" presName="thickLine" presStyleLbl="alignNode1" presStyleIdx="1" presStyleCnt="4"/>
      <dgm:spPr/>
    </dgm:pt>
    <dgm:pt modelId="{EFA743CE-E545-7440-9AEE-5DD47B480295}" type="pres">
      <dgm:prSet presAssocID="{9F578CD0-2A9D-44B8-8F7D-200C954C4A4C}" presName="horz1" presStyleCnt="0"/>
      <dgm:spPr/>
    </dgm:pt>
    <dgm:pt modelId="{9AA4CC61-BC0A-3949-863C-AB3CB8F43E2C}" type="pres">
      <dgm:prSet presAssocID="{9F578CD0-2A9D-44B8-8F7D-200C954C4A4C}" presName="tx1" presStyleLbl="revTx" presStyleIdx="1" presStyleCnt="4"/>
      <dgm:spPr/>
    </dgm:pt>
    <dgm:pt modelId="{54A7A079-E38D-B94A-B7AF-771FE2AB65FE}" type="pres">
      <dgm:prSet presAssocID="{9F578CD0-2A9D-44B8-8F7D-200C954C4A4C}" presName="vert1" presStyleCnt="0"/>
      <dgm:spPr/>
    </dgm:pt>
    <dgm:pt modelId="{17523C0A-6574-224C-A61E-DD8A121588E7}" type="pres">
      <dgm:prSet presAssocID="{24B1783F-2965-4180-8053-94E63B8E7369}" presName="thickLine" presStyleLbl="alignNode1" presStyleIdx="2" presStyleCnt="4"/>
      <dgm:spPr/>
    </dgm:pt>
    <dgm:pt modelId="{9BE830A4-097D-EF49-AECE-ECC458830398}" type="pres">
      <dgm:prSet presAssocID="{24B1783F-2965-4180-8053-94E63B8E7369}" presName="horz1" presStyleCnt="0"/>
      <dgm:spPr/>
    </dgm:pt>
    <dgm:pt modelId="{39439DDF-759F-2F45-9ADA-77FE75C30FF3}" type="pres">
      <dgm:prSet presAssocID="{24B1783F-2965-4180-8053-94E63B8E7369}" presName="tx1" presStyleLbl="revTx" presStyleIdx="2" presStyleCnt="4"/>
      <dgm:spPr/>
    </dgm:pt>
    <dgm:pt modelId="{14BECEC7-9469-DE40-A70D-44BEDF528B20}" type="pres">
      <dgm:prSet presAssocID="{24B1783F-2965-4180-8053-94E63B8E7369}" presName="vert1" presStyleCnt="0"/>
      <dgm:spPr/>
    </dgm:pt>
    <dgm:pt modelId="{5FAFB201-9407-874E-B405-3E3E502658E4}" type="pres">
      <dgm:prSet presAssocID="{1C7AA7EE-9A5B-423A-9C8F-C8764EFC870D}" presName="thickLine" presStyleLbl="alignNode1" presStyleIdx="3" presStyleCnt="4"/>
      <dgm:spPr/>
    </dgm:pt>
    <dgm:pt modelId="{B4450804-8680-D448-9A91-93CF844B388F}" type="pres">
      <dgm:prSet presAssocID="{1C7AA7EE-9A5B-423A-9C8F-C8764EFC870D}" presName="horz1" presStyleCnt="0"/>
      <dgm:spPr/>
    </dgm:pt>
    <dgm:pt modelId="{438ED809-E7EE-884B-B6D0-A3159206B243}" type="pres">
      <dgm:prSet presAssocID="{1C7AA7EE-9A5B-423A-9C8F-C8764EFC870D}" presName="tx1" presStyleLbl="revTx" presStyleIdx="3" presStyleCnt="4"/>
      <dgm:spPr/>
    </dgm:pt>
    <dgm:pt modelId="{2B029F6D-7306-2847-9E85-253C217FA753}" type="pres">
      <dgm:prSet presAssocID="{1C7AA7EE-9A5B-423A-9C8F-C8764EFC870D}" presName="vert1" presStyleCnt="0"/>
      <dgm:spPr/>
    </dgm:pt>
  </dgm:ptLst>
  <dgm:cxnLst>
    <dgm:cxn modelId="{A245BD04-A62C-EA45-8638-D83B33D1DC95}" type="presOf" srcId="{63F24662-CF5B-4822-BAE9-8B927E17699A}" destId="{2D79917A-004D-B94A-9F49-2740E83ACAF0}" srcOrd="0" destOrd="0" presId="urn:microsoft.com/office/officeart/2008/layout/LinedList"/>
    <dgm:cxn modelId="{1EFD523F-75B6-094D-8811-E72E0E2A7157}" type="presOf" srcId="{1C7AA7EE-9A5B-423A-9C8F-C8764EFC870D}" destId="{438ED809-E7EE-884B-B6D0-A3159206B243}" srcOrd="0" destOrd="0" presId="urn:microsoft.com/office/officeart/2008/layout/LinedList"/>
    <dgm:cxn modelId="{48767845-22EF-4896-B7A5-FD60BBAD3335}" srcId="{63F24662-CF5B-4822-BAE9-8B927E17699A}" destId="{9F578CD0-2A9D-44B8-8F7D-200C954C4A4C}" srcOrd="1" destOrd="0" parTransId="{ED16FAD2-2F8A-4A41-8D52-7C50EE0783AA}" sibTransId="{D050EE75-AF52-4958-83D1-C0F62113EA0C}"/>
    <dgm:cxn modelId="{91675D61-D9D8-344D-9550-E79557647978}" type="presOf" srcId="{EA490C0C-484D-4603-8977-4A129B24E01C}" destId="{F213EFF3-7DF8-054A-B834-FE90E4855510}" srcOrd="0" destOrd="0" presId="urn:microsoft.com/office/officeart/2008/layout/LinedList"/>
    <dgm:cxn modelId="{C4DA1D8D-4566-415D-9DA9-C187677B5C60}" srcId="{63F24662-CF5B-4822-BAE9-8B927E17699A}" destId="{24B1783F-2965-4180-8053-94E63B8E7369}" srcOrd="2" destOrd="0" parTransId="{B3108F04-4D6D-46AE-AAD5-D9B4B2CF4534}" sibTransId="{15EFA102-5A06-45E8-959E-B57131A65730}"/>
    <dgm:cxn modelId="{C371B39B-1C53-420F-B776-ADB37551B00C}" srcId="{63F24662-CF5B-4822-BAE9-8B927E17699A}" destId="{EA490C0C-484D-4603-8977-4A129B24E01C}" srcOrd="0" destOrd="0" parTransId="{E8515ACF-2F43-494E-AC54-AFE34D1086F8}" sibTransId="{840C2798-A7C1-4F9C-9A52-57A438C9FDCA}"/>
    <dgm:cxn modelId="{337C5DEE-D022-A847-869A-A9F4CF1C0620}" type="presOf" srcId="{24B1783F-2965-4180-8053-94E63B8E7369}" destId="{39439DDF-759F-2F45-9ADA-77FE75C30FF3}" srcOrd="0" destOrd="0" presId="urn:microsoft.com/office/officeart/2008/layout/LinedList"/>
    <dgm:cxn modelId="{2198C9F1-EE63-2545-BC85-EA4EA977EB55}" type="presOf" srcId="{9F578CD0-2A9D-44B8-8F7D-200C954C4A4C}" destId="{9AA4CC61-BC0A-3949-863C-AB3CB8F43E2C}" srcOrd="0" destOrd="0" presId="urn:microsoft.com/office/officeart/2008/layout/LinedList"/>
    <dgm:cxn modelId="{3E5B3CFF-966F-4815-9B25-07F8E2E0F79B}" srcId="{63F24662-CF5B-4822-BAE9-8B927E17699A}" destId="{1C7AA7EE-9A5B-423A-9C8F-C8764EFC870D}" srcOrd="3" destOrd="0" parTransId="{E9C435FF-DA2E-4A33-8526-862FD40D301C}" sibTransId="{C8B49F6E-2D9B-4127-B240-6FDE70F78E59}"/>
    <dgm:cxn modelId="{95F38997-3569-454B-A40F-68DDBD3AA8CD}" type="presParOf" srcId="{2D79917A-004D-B94A-9F49-2740E83ACAF0}" destId="{88DADF13-8D7E-944B-BDB4-DCA8DD6858CE}" srcOrd="0" destOrd="0" presId="urn:microsoft.com/office/officeart/2008/layout/LinedList"/>
    <dgm:cxn modelId="{D0AA4377-88D0-F343-9A97-551FF4FD6D95}" type="presParOf" srcId="{2D79917A-004D-B94A-9F49-2740E83ACAF0}" destId="{AE43214C-EA0C-BC43-AFBA-8C3D775134E5}" srcOrd="1" destOrd="0" presId="urn:microsoft.com/office/officeart/2008/layout/LinedList"/>
    <dgm:cxn modelId="{92AA3AFE-FA10-E64F-B58F-6DA1357D219A}" type="presParOf" srcId="{AE43214C-EA0C-BC43-AFBA-8C3D775134E5}" destId="{F213EFF3-7DF8-054A-B834-FE90E4855510}" srcOrd="0" destOrd="0" presId="urn:microsoft.com/office/officeart/2008/layout/LinedList"/>
    <dgm:cxn modelId="{733B66DB-E077-7546-B284-16B80F85145C}" type="presParOf" srcId="{AE43214C-EA0C-BC43-AFBA-8C3D775134E5}" destId="{4B1C51C9-644D-C340-BA86-2203D0AB0C69}" srcOrd="1" destOrd="0" presId="urn:microsoft.com/office/officeart/2008/layout/LinedList"/>
    <dgm:cxn modelId="{A97B3481-08E6-3541-9A5E-B3B756753FEC}" type="presParOf" srcId="{2D79917A-004D-B94A-9F49-2740E83ACAF0}" destId="{EC8BB241-A4B8-E048-94DF-9C6D57DDB668}" srcOrd="2" destOrd="0" presId="urn:microsoft.com/office/officeart/2008/layout/LinedList"/>
    <dgm:cxn modelId="{9664363A-F761-8748-8354-B742EF7BC872}" type="presParOf" srcId="{2D79917A-004D-B94A-9F49-2740E83ACAF0}" destId="{EFA743CE-E545-7440-9AEE-5DD47B480295}" srcOrd="3" destOrd="0" presId="urn:microsoft.com/office/officeart/2008/layout/LinedList"/>
    <dgm:cxn modelId="{75F148D0-C022-B044-8D4C-07EF1B64F5BA}" type="presParOf" srcId="{EFA743CE-E545-7440-9AEE-5DD47B480295}" destId="{9AA4CC61-BC0A-3949-863C-AB3CB8F43E2C}" srcOrd="0" destOrd="0" presId="urn:microsoft.com/office/officeart/2008/layout/LinedList"/>
    <dgm:cxn modelId="{BE20B201-6086-1C49-9953-E36D4D6134D0}" type="presParOf" srcId="{EFA743CE-E545-7440-9AEE-5DD47B480295}" destId="{54A7A079-E38D-B94A-B7AF-771FE2AB65FE}" srcOrd="1" destOrd="0" presId="urn:microsoft.com/office/officeart/2008/layout/LinedList"/>
    <dgm:cxn modelId="{B4156171-E267-024A-957B-B9E7B7338C96}" type="presParOf" srcId="{2D79917A-004D-B94A-9F49-2740E83ACAF0}" destId="{17523C0A-6574-224C-A61E-DD8A121588E7}" srcOrd="4" destOrd="0" presId="urn:microsoft.com/office/officeart/2008/layout/LinedList"/>
    <dgm:cxn modelId="{89BD5595-2EF7-7D48-9212-D0BC212A55AC}" type="presParOf" srcId="{2D79917A-004D-B94A-9F49-2740E83ACAF0}" destId="{9BE830A4-097D-EF49-AECE-ECC458830398}" srcOrd="5" destOrd="0" presId="urn:microsoft.com/office/officeart/2008/layout/LinedList"/>
    <dgm:cxn modelId="{00C905EB-8F78-1A46-9AD3-BB670F8FF86A}" type="presParOf" srcId="{9BE830A4-097D-EF49-AECE-ECC458830398}" destId="{39439DDF-759F-2F45-9ADA-77FE75C30FF3}" srcOrd="0" destOrd="0" presId="urn:microsoft.com/office/officeart/2008/layout/LinedList"/>
    <dgm:cxn modelId="{EEEE1FB2-927D-F242-AF17-23E68406C2F0}" type="presParOf" srcId="{9BE830A4-097D-EF49-AECE-ECC458830398}" destId="{14BECEC7-9469-DE40-A70D-44BEDF528B20}" srcOrd="1" destOrd="0" presId="urn:microsoft.com/office/officeart/2008/layout/LinedList"/>
    <dgm:cxn modelId="{17892342-FE72-904F-BD21-0C941B2B0765}" type="presParOf" srcId="{2D79917A-004D-B94A-9F49-2740E83ACAF0}" destId="{5FAFB201-9407-874E-B405-3E3E502658E4}" srcOrd="6" destOrd="0" presId="urn:microsoft.com/office/officeart/2008/layout/LinedList"/>
    <dgm:cxn modelId="{6E4A1872-9A56-A641-A2BC-764E2A0FEBBB}" type="presParOf" srcId="{2D79917A-004D-B94A-9F49-2740E83ACAF0}" destId="{B4450804-8680-D448-9A91-93CF844B388F}" srcOrd="7" destOrd="0" presId="urn:microsoft.com/office/officeart/2008/layout/LinedList"/>
    <dgm:cxn modelId="{A66453E0-1FD7-7F49-9D5D-A53CA32256F3}" type="presParOf" srcId="{B4450804-8680-D448-9A91-93CF844B388F}" destId="{438ED809-E7EE-884B-B6D0-A3159206B243}" srcOrd="0" destOrd="0" presId="urn:microsoft.com/office/officeart/2008/layout/LinedList"/>
    <dgm:cxn modelId="{5FE76F9A-27C4-EE43-A661-4BC3DE901297}" type="presParOf" srcId="{B4450804-8680-D448-9A91-93CF844B388F}" destId="{2B029F6D-7306-2847-9E85-253C217FA75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D6BC9BA-ABE0-44C3-8F61-FD956E3B9C51}"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567F6640-4D7D-47AE-A63F-2472EF70AC4B}">
      <dgm:prSet/>
      <dgm:spPr/>
      <dgm:t>
        <a:bodyPr/>
        <a:lstStyle/>
        <a:p>
          <a:r>
            <a:rPr lang="en-US"/>
            <a:t>• Accessible when needed.</a:t>
          </a:r>
        </a:p>
      </dgm:t>
    </dgm:pt>
    <dgm:pt modelId="{3F512F23-7152-479C-A09D-F43DB53F4E69}" type="parTrans" cxnId="{4BA2D5CE-D274-4CF2-9A18-AAE5F5130685}">
      <dgm:prSet/>
      <dgm:spPr/>
      <dgm:t>
        <a:bodyPr/>
        <a:lstStyle/>
        <a:p>
          <a:endParaRPr lang="en-US"/>
        </a:p>
      </dgm:t>
    </dgm:pt>
    <dgm:pt modelId="{2412927C-01FD-4ED0-90B3-30FBB8C8138A}" type="sibTrans" cxnId="{4BA2D5CE-D274-4CF2-9A18-AAE5F5130685}">
      <dgm:prSet/>
      <dgm:spPr/>
      <dgm:t>
        <a:bodyPr/>
        <a:lstStyle/>
        <a:p>
          <a:endParaRPr lang="en-US"/>
        </a:p>
      </dgm:t>
    </dgm:pt>
    <dgm:pt modelId="{CD7B3634-A27A-4B02-8BAE-465632739504}">
      <dgm:prSet/>
      <dgm:spPr/>
      <dgm:t>
        <a:bodyPr/>
        <a:lstStyle/>
        <a:p>
          <a:r>
            <a:rPr lang="en-US"/>
            <a:t>• Resilient to outages, attacks and failures.</a:t>
          </a:r>
        </a:p>
      </dgm:t>
    </dgm:pt>
    <dgm:pt modelId="{5D7D07B2-A612-4607-B2BA-2A2CDD96C280}" type="parTrans" cxnId="{E4C57A42-D3A9-4519-84A2-C44E9273D9A7}">
      <dgm:prSet/>
      <dgm:spPr/>
      <dgm:t>
        <a:bodyPr/>
        <a:lstStyle/>
        <a:p>
          <a:endParaRPr lang="en-US"/>
        </a:p>
      </dgm:t>
    </dgm:pt>
    <dgm:pt modelId="{62D014EA-466C-43D9-8D07-566E1DB81FBA}" type="sibTrans" cxnId="{E4C57A42-D3A9-4519-84A2-C44E9273D9A7}">
      <dgm:prSet/>
      <dgm:spPr/>
      <dgm:t>
        <a:bodyPr/>
        <a:lstStyle/>
        <a:p>
          <a:endParaRPr lang="en-US"/>
        </a:p>
      </dgm:t>
    </dgm:pt>
    <dgm:pt modelId="{F124D939-B578-41F5-91FC-1EE8E0CA3D35}">
      <dgm:prSet/>
      <dgm:spPr/>
      <dgm:t>
        <a:bodyPr/>
        <a:lstStyle/>
        <a:p>
          <a:r>
            <a:rPr lang="en-US"/>
            <a:t>• Strategies: redundancy, fault tolerance, disaster recovery.</a:t>
          </a:r>
        </a:p>
      </dgm:t>
    </dgm:pt>
    <dgm:pt modelId="{6D86F4FB-C404-45C4-BE5E-DF11D21863BB}" type="parTrans" cxnId="{6B0AB121-6CB9-48B7-B2F3-1C0F5713FD4C}">
      <dgm:prSet/>
      <dgm:spPr/>
      <dgm:t>
        <a:bodyPr/>
        <a:lstStyle/>
        <a:p>
          <a:endParaRPr lang="en-US"/>
        </a:p>
      </dgm:t>
    </dgm:pt>
    <dgm:pt modelId="{6C3BBB1B-AAD4-4906-8068-E9AE00DBB9C3}" type="sibTrans" cxnId="{6B0AB121-6CB9-48B7-B2F3-1C0F5713FD4C}">
      <dgm:prSet/>
      <dgm:spPr/>
      <dgm:t>
        <a:bodyPr/>
        <a:lstStyle/>
        <a:p>
          <a:endParaRPr lang="en-US"/>
        </a:p>
      </dgm:t>
    </dgm:pt>
    <dgm:pt modelId="{9FD37ADF-AFF2-4B05-ACC1-B692A1FC4F22}">
      <dgm:prSet/>
      <dgm:spPr/>
      <dgm:t>
        <a:bodyPr/>
        <a:lstStyle/>
        <a:p>
          <a:r>
            <a:rPr lang="en-US"/>
            <a:t>• Balancing availability with other security properties.</a:t>
          </a:r>
        </a:p>
      </dgm:t>
    </dgm:pt>
    <dgm:pt modelId="{5653D892-0148-45B8-B56C-FE86E28C2409}" type="parTrans" cxnId="{813A457C-91BA-444C-A023-069DB22C7191}">
      <dgm:prSet/>
      <dgm:spPr/>
      <dgm:t>
        <a:bodyPr/>
        <a:lstStyle/>
        <a:p>
          <a:endParaRPr lang="en-US"/>
        </a:p>
      </dgm:t>
    </dgm:pt>
    <dgm:pt modelId="{0E45E627-4514-453B-9213-5063F38FE894}" type="sibTrans" cxnId="{813A457C-91BA-444C-A023-069DB22C7191}">
      <dgm:prSet/>
      <dgm:spPr/>
      <dgm:t>
        <a:bodyPr/>
        <a:lstStyle/>
        <a:p>
          <a:endParaRPr lang="en-US"/>
        </a:p>
      </dgm:t>
    </dgm:pt>
    <dgm:pt modelId="{01C6FE32-3C5E-EF4B-A5AB-1F9336300573}" type="pres">
      <dgm:prSet presAssocID="{6D6BC9BA-ABE0-44C3-8F61-FD956E3B9C51}" presName="vert0" presStyleCnt="0">
        <dgm:presLayoutVars>
          <dgm:dir/>
          <dgm:animOne val="branch"/>
          <dgm:animLvl val="lvl"/>
        </dgm:presLayoutVars>
      </dgm:prSet>
      <dgm:spPr/>
    </dgm:pt>
    <dgm:pt modelId="{E766ADD5-4964-B145-B84D-24C03FD9BB71}" type="pres">
      <dgm:prSet presAssocID="{567F6640-4D7D-47AE-A63F-2472EF70AC4B}" presName="thickLine" presStyleLbl="alignNode1" presStyleIdx="0" presStyleCnt="4"/>
      <dgm:spPr/>
    </dgm:pt>
    <dgm:pt modelId="{09C5EAAB-88FC-F743-AC8C-0F4DFB7CB119}" type="pres">
      <dgm:prSet presAssocID="{567F6640-4D7D-47AE-A63F-2472EF70AC4B}" presName="horz1" presStyleCnt="0"/>
      <dgm:spPr/>
    </dgm:pt>
    <dgm:pt modelId="{E0AC2BC1-5444-0345-97D0-5EAA301E1304}" type="pres">
      <dgm:prSet presAssocID="{567F6640-4D7D-47AE-A63F-2472EF70AC4B}" presName="tx1" presStyleLbl="revTx" presStyleIdx="0" presStyleCnt="4"/>
      <dgm:spPr/>
    </dgm:pt>
    <dgm:pt modelId="{821030D7-6470-0645-89A8-F665DEF87733}" type="pres">
      <dgm:prSet presAssocID="{567F6640-4D7D-47AE-A63F-2472EF70AC4B}" presName="vert1" presStyleCnt="0"/>
      <dgm:spPr/>
    </dgm:pt>
    <dgm:pt modelId="{FCBA9B8E-21D2-2643-80EE-2E2CCE720998}" type="pres">
      <dgm:prSet presAssocID="{CD7B3634-A27A-4B02-8BAE-465632739504}" presName="thickLine" presStyleLbl="alignNode1" presStyleIdx="1" presStyleCnt="4"/>
      <dgm:spPr/>
    </dgm:pt>
    <dgm:pt modelId="{A4E8997F-47D0-E645-B927-EC299E176153}" type="pres">
      <dgm:prSet presAssocID="{CD7B3634-A27A-4B02-8BAE-465632739504}" presName="horz1" presStyleCnt="0"/>
      <dgm:spPr/>
    </dgm:pt>
    <dgm:pt modelId="{D3238237-B951-9249-92E9-5CF7E2F43632}" type="pres">
      <dgm:prSet presAssocID="{CD7B3634-A27A-4B02-8BAE-465632739504}" presName="tx1" presStyleLbl="revTx" presStyleIdx="1" presStyleCnt="4"/>
      <dgm:spPr/>
    </dgm:pt>
    <dgm:pt modelId="{096C97C1-8E45-0A42-968C-DCF1EF15F7D3}" type="pres">
      <dgm:prSet presAssocID="{CD7B3634-A27A-4B02-8BAE-465632739504}" presName="vert1" presStyleCnt="0"/>
      <dgm:spPr/>
    </dgm:pt>
    <dgm:pt modelId="{6C0D314C-6640-5B4C-9C4B-710EBB2811D6}" type="pres">
      <dgm:prSet presAssocID="{F124D939-B578-41F5-91FC-1EE8E0CA3D35}" presName="thickLine" presStyleLbl="alignNode1" presStyleIdx="2" presStyleCnt="4"/>
      <dgm:spPr/>
    </dgm:pt>
    <dgm:pt modelId="{F3C62EA5-2AC0-A144-B747-CE7315F7B490}" type="pres">
      <dgm:prSet presAssocID="{F124D939-B578-41F5-91FC-1EE8E0CA3D35}" presName="horz1" presStyleCnt="0"/>
      <dgm:spPr/>
    </dgm:pt>
    <dgm:pt modelId="{4BDBBEF8-7E86-BE49-B2A2-FE38D1FA0302}" type="pres">
      <dgm:prSet presAssocID="{F124D939-B578-41F5-91FC-1EE8E0CA3D35}" presName="tx1" presStyleLbl="revTx" presStyleIdx="2" presStyleCnt="4"/>
      <dgm:spPr/>
    </dgm:pt>
    <dgm:pt modelId="{39FD0DB0-69BD-1848-8461-A4466DFC611E}" type="pres">
      <dgm:prSet presAssocID="{F124D939-B578-41F5-91FC-1EE8E0CA3D35}" presName="vert1" presStyleCnt="0"/>
      <dgm:spPr/>
    </dgm:pt>
    <dgm:pt modelId="{4D19F1C8-E32D-BB41-80BF-AE92B1084E03}" type="pres">
      <dgm:prSet presAssocID="{9FD37ADF-AFF2-4B05-ACC1-B692A1FC4F22}" presName="thickLine" presStyleLbl="alignNode1" presStyleIdx="3" presStyleCnt="4"/>
      <dgm:spPr/>
    </dgm:pt>
    <dgm:pt modelId="{4D178368-7D72-814B-A872-E93C9D1B547F}" type="pres">
      <dgm:prSet presAssocID="{9FD37ADF-AFF2-4B05-ACC1-B692A1FC4F22}" presName="horz1" presStyleCnt="0"/>
      <dgm:spPr/>
    </dgm:pt>
    <dgm:pt modelId="{8088CDD7-97A4-F94D-B186-452B3CD99803}" type="pres">
      <dgm:prSet presAssocID="{9FD37ADF-AFF2-4B05-ACC1-B692A1FC4F22}" presName="tx1" presStyleLbl="revTx" presStyleIdx="3" presStyleCnt="4"/>
      <dgm:spPr/>
    </dgm:pt>
    <dgm:pt modelId="{627FE948-D728-BD4F-B914-A33C0EFA0861}" type="pres">
      <dgm:prSet presAssocID="{9FD37ADF-AFF2-4B05-ACC1-B692A1FC4F22}" presName="vert1" presStyleCnt="0"/>
      <dgm:spPr/>
    </dgm:pt>
  </dgm:ptLst>
  <dgm:cxnLst>
    <dgm:cxn modelId="{6B0AB121-6CB9-48B7-B2F3-1C0F5713FD4C}" srcId="{6D6BC9BA-ABE0-44C3-8F61-FD956E3B9C51}" destId="{F124D939-B578-41F5-91FC-1EE8E0CA3D35}" srcOrd="2" destOrd="0" parTransId="{6D86F4FB-C404-45C4-BE5E-DF11D21863BB}" sibTransId="{6C3BBB1B-AAD4-4906-8068-E9AE00DBB9C3}"/>
    <dgm:cxn modelId="{21C6A132-64BA-1544-A0C4-43586BBCF725}" type="presOf" srcId="{9FD37ADF-AFF2-4B05-ACC1-B692A1FC4F22}" destId="{8088CDD7-97A4-F94D-B186-452B3CD99803}" srcOrd="0" destOrd="0" presId="urn:microsoft.com/office/officeart/2008/layout/LinedList"/>
    <dgm:cxn modelId="{E4C57A42-D3A9-4519-84A2-C44E9273D9A7}" srcId="{6D6BC9BA-ABE0-44C3-8F61-FD956E3B9C51}" destId="{CD7B3634-A27A-4B02-8BAE-465632739504}" srcOrd="1" destOrd="0" parTransId="{5D7D07B2-A612-4607-B2BA-2A2CDD96C280}" sibTransId="{62D014EA-466C-43D9-8D07-566E1DB81FBA}"/>
    <dgm:cxn modelId="{6F574272-0233-1B4F-A68F-101AD54F08FA}" type="presOf" srcId="{CD7B3634-A27A-4B02-8BAE-465632739504}" destId="{D3238237-B951-9249-92E9-5CF7E2F43632}" srcOrd="0" destOrd="0" presId="urn:microsoft.com/office/officeart/2008/layout/LinedList"/>
    <dgm:cxn modelId="{14DF1A79-41CC-8E4F-8FB5-5CB855D51566}" type="presOf" srcId="{567F6640-4D7D-47AE-A63F-2472EF70AC4B}" destId="{E0AC2BC1-5444-0345-97D0-5EAA301E1304}" srcOrd="0" destOrd="0" presId="urn:microsoft.com/office/officeart/2008/layout/LinedList"/>
    <dgm:cxn modelId="{813A457C-91BA-444C-A023-069DB22C7191}" srcId="{6D6BC9BA-ABE0-44C3-8F61-FD956E3B9C51}" destId="{9FD37ADF-AFF2-4B05-ACC1-B692A1FC4F22}" srcOrd="3" destOrd="0" parTransId="{5653D892-0148-45B8-B56C-FE86E28C2409}" sibTransId="{0E45E627-4514-453B-9213-5063F38FE894}"/>
    <dgm:cxn modelId="{4E86D29E-C407-BB40-AA9D-C575F3FEEFBA}" type="presOf" srcId="{F124D939-B578-41F5-91FC-1EE8E0CA3D35}" destId="{4BDBBEF8-7E86-BE49-B2A2-FE38D1FA0302}" srcOrd="0" destOrd="0" presId="urn:microsoft.com/office/officeart/2008/layout/LinedList"/>
    <dgm:cxn modelId="{4BA2D5CE-D274-4CF2-9A18-AAE5F5130685}" srcId="{6D6BC9BA-ABE0-44C3-8F61-FD956E3B9C51}" destId="{567F6640-4D7D-47AE-A63F-2472EF70AC4B}" srcOrd="0" destOrd="0" parTransId="{3F512F23-7152-479C-A09D-F43DB53F4E69}" sibTransId="{2412927C-01FD-4ED0-90B3-30FBB8C8138A}"/>
    <dgm:cxn modelId="{A18D6CE1-F6BA-C94C-8F0A-95E3207ACC58}" type="presOf" srcId="{6D6BC9BA-ABE0-44C3-8F61-FD956E3B9C51}" destId="{01C6FE32-3C5E-EF4B-A5AB-1F9336300573}" srcOrd="0" destOrd="0" presId="urn:microsoft.com/office/officeart/2008/layout/LinedList"/>
    <dgm:cxn modelId="{D4DE7455-B430-D94C-88DC-D31AE4BCF026}" type="presParOf" srcId="{01C6FE32-3C5E-EF4B-A5AB-1F9336300573}" destId="{E766ADD5-4964-B145-B84D-24C03FD9BB71}" srcOrd="0" destOrd="0" presId="urn:microsoft.com/office/officeart/2008/layout/LinedList"/>
    <dgm:cxn modelId="{79F07077-42B4-AA4C-A680-1DC0BC8186D6}" type="presParOf" srcId="{01C6FE32-3C5E-EF4B-A5AB-1F9336300573}" destId="{09C5EAAB-88FC-F743-AC8C-0F4DFB7CB119}" srcOrd="1" destOrd="0" presId="urn:microsoft.com/office/officeart/2008/layout/LinedList"/>
    <dgm:cxn modelId="{2981A848-C633-F046-B5ED-DE6CA8670C06}" type="presParOf" srcId="{09C5EAAB-88FC-F743-AC8C-0F4DFB7CB119}" destId="{E0AC2BC1-5444-0345-97D0-5EAA301E1304}" srcOrd="0" destOrd="0" presId="urn:microsoft.com/office/officeart/2008/layout/LinedList"/>
    <dgm:cxn modelId="{2F88A021-ACF7-0449-8087-163527865BEC}" type="presParOf" srcId="{09C5EAAB-88FC-F743-AC8C-0F4DFB7CB119}" destId="{821030D7-6470-0645-89A8-F665DEF87733}" srcOrd="1" destOrd="0" presId="urn:microsoft.com/office/officeart/2008/layout/LinedList"/>
    <dgm:cxn modelId="{478F01B3-951F-3F4C-A78F-152D4EA3267A}" type="presParOf" srcId="{01C6FE32-3C5E-EF4B-A5AB-1F9336300573}" destId="{FCBA9B8E-21D2-2643-80EE-2E2CCE720998}" srcOrd="2" destOrd="0" presId="urn:microsoft.com/office/officeart/2008/layout/LinedList"/>
    <dgm:cxn modelId="{CD5B506A-9340-4247-8DBE-7667EAC4F731}" type="presParOf" srcId="{01C6FE32-3C5E-EF4B-A5AB-1F9336300573}" destId="{A4E8997F-47D0-E645-B927-EC299E176153}" srcOrd="3" destOrd="0" presId="urn:microsoft.com/office/officeart/2008/layout/LinedList"/>
    <dgm:cxn modelId="{889BD5FD-9EBD-994E-921D-62A39BE08BD7}" type="presParOf" srcId="{A4E8997F-47D0-E645-B927-EC299E176153}" destId="{D3238237-B951-9249-92E9-5CF7E2F43632}" srcOrd="0" destOrd="0" presId="urn:microsoft.com/office/officeart/2008/layout/LinedList"/>
    <dgm:cxn modelId="{D5104DE1-590E-E14E-9C51-A81A6ECA7B85}" type="presParOf" srcId="{A4E8997F-47D0-E645-B927-EC299E176153}" destId="{096C97C1-8E45-0A42-968C-DCF1EF15F7D3}" srcOrd="1" destOrd="0" presId="urn:microsoft.com/office/officeart/2008/layout/LinedList"/>
    <dgm:cxn modelId="{32EF3450-2426-864E-9000-252E76A7827B}" type="presParOf" srcId="{01C6FE32-3C5E-EF4B-A5AB-1F9336300573}" destId="{6C0D314C-6640-5B4C-9C4B-710EBB2811D6}" srcOrd="4" destOrd="0" presId="urn:microsoft.com/office/officeart/2008/layout/LinedList"/>
    <dgm:cxn modelId="{1DF4195C-901B-DC48-A832-85A4AAA50508}" type="presParOf" srcId="{01C6FE32-3C5E-EF4B-A5AB-1F9336300573}" destId="{F3C62EA5-2AC0-A144-B747-CE7315F7B490}" srcOrd="5" destOrd="0" presId="urn:microsoft.com/office/officeart/2008/layout/LinedList"/>
    <dgm:cxn modelId="{8DE7C4D2-3035-2B42-AD51-A5D9B488168E}" type="presParOf" srcId="{F3C62EA5-2AC0-A144-B747-CE7315F7B490}" destId="{4BDBBEF8-7E86-BE49-B2A2-FE38D1FA0302}" srcOrd="0" destOrd="0" presId="urn:microsoft.com/office/officeart/2008/layout/LinedList"/>
    <dgm:cxn modelId="{038158F0-1539-4542-A16D-144E09821C20}" type="presParOf" srcId="{F3C62EA5-2AC0-A144-B747-CE7315F7B490}" destId="{39FD0DB0-69BD-1848-8461-A4466DFC611E}" srcOrd="1" destOrd="0" presId="urn:microsoft.com/office/officeart/2008/layout/LinedList"/>
    <dgm:cxn modelId="{56176CCB-213E-CF4B-BF4F-312DE028E529}" type="presParOf" srcId="{01C6FE32-3C5E-EF4B-A5AB-1F9336300573}" destId="{4D19F1C8-E32D-BB41-80BF-AE92B1084E03}" srcOrd="6" destOrd="0" presId="urn:microsoft.com/office/officeart/2008/layout/LinedList"/>
    <dgm:cxn modelId="{56BB500D-5168-8747-969C-36D737BD85EC}" type="presParOf" srcId="{01C6FE32-3C5E-EF4B-A5AB-1F9336300573}" destId="{4D178368-7D72-814B-A872-E93C9D1B547F}" srcOrd="7" destOrd="0" presId="urn:microsoft.com/office/officeart/2008/layout/LinedList"/>
    <dgm:cxn modelId="{7FB72231-85DA-0649-BCFB-3AF238A19908}" type="presParOf" srcId="{4D178368-7D72-814B-A872-E93C9D1B547F}" destId="{8088CDD7-97A4-F94D-B186-452B3CD99803}" srcOrd="0" destOrd="0" presId="urn:microsoft.com/office/officeart/2008/layout/LinedList"/>
    <dgm:cxn modelId="{86CF6C92-61CA-6648-94BA-456557967D49}" type="presParOf" srcId="{4D178368-7D72-814B-A872-E93C9D1B547F}" destId="{627FE948-D728-BD4F-B914-A33C0EFA0861}"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6CCB8F5-F40A-49C1-AF6C-FF125C0059B3}"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50D711EC-0403-4D1B-89C6-E379C7EA9F12}">
      <dgm:prSet/>
      <dgm:spPr/>
      <dgm:t>
        <a:bodyPr/>
        <a:lstStyle/>
        <a:p>
          <a:r>
            <a:rPr lang="en-US"/>
            <a:t>• Asset – something of value.</a:t>
          </a:r>
        </a:p>
      </dgm:t>
    </dgm:pt>
    <dgm:pt modelId="{C383B5FD-9E15-4DA5-BFF0-C9A06682BAF8}" type="parTrans" cxnId="{B17A87C3-77CE-4D1E-A03E-A46C0EBCB336}">
      <dgm:prSet/>
      <dgm:spPr/>
      <dgm:t>
        <a:bodyPr/>
        <a:lstStyle/>
        <a:p>
          <a:endParaRPr lang="en-US"/>
        </a:p>
      </dgm:t>
    </dgm:pt>
    <dgm:pt modelId="{3DC3DB98-F73A-4995-87CA-3F93E4256420}" type="sibTrans" cxnId="{B17A87C3-77CE-4D1E-A03E-A46C0EBCB336}">
      <dgm:prSet/>
      <dgm:spPr/>
      <dgm:t>
        <a:bodyPr/>
        <a:lstStyle/>
        <a:p>
          <a:endParaRPr lang="en-US"/>
        </a:p>
      </dgm:t>
    </dgm:pt>
    <dgm:pt modelId="{A4ADEBBF-C43E-472C-862E-8A911DAC2524}">
      <dgm:prSet/>
      <dgm:spPr/>
      <dgm:t>
        <a:bodyPr/>
        <a:lstStyle/>
        <a:p>
          <a:r>
            <a:rPr lang="en-US"/>
            <a:t>• Vulnerability – weakness that could be exploited.</a:t>
          </a:r>
        </a:p>
      </dgm:t>
    </dgm:pt>
    <dgm:pt modelId="{40E96854-3678-45E6-B0C3-1BC69AA9B1B1}" type="parTrans" cxnId="{CB8D6988-36A6-467C-9E66-BAD284396CBE}">
      <dgm:prSet/>
      <dgm:spPr/>
      <dgm:t>
        <a:bodyPr/>
        <a:lstStyle/>
        <a:p>
          <a:endParaRPr lang="en-US"/>
        </a:p>
      </dgm:t>
    </dgm:pt>
    <dgm:pt modelId="{4BD8D43E-CD1A-42F2-AAAE-9F6FFF0E156E}" type="sibTrans" cxnId="{CB8D6988-36A6-467C-9E66-BAD284396CBE}">
      <dgm:prSet/>
      <dgm:spPr/>
      <dgm:t>
        <a:bodyPr/>
        <a:lstStyle/>
        <a:p>
          <a:endParaRPr lang="en-US"/>
        </a:p>
      </dgm:t>
    </dgm:pt>
    <dgm:pt modelId="{F0909020-C04A-45EC-80A8-FD0A20089862}">
      <dgm:prSet/>
      <dgm:spPr/>
      <dgm:t>
        <a:bodyPr/>
        <a:lstStyle/>
        <a:p>
          <a:r>
            <a:rPr lang="en-US"/>
            <a:t>• Threat – potential cause of an incident.</a:t>
          </a:r>
        </a:p>
      </dgm:t>
    </dgm:pt>
    <dgm:pt modelId="{C8300C6B-2239-496F-9A15-D7D6FDA45129}" type="parTrans" cxnId="{A1F12503-5B82-4CF9-9F3D-9E92D90CF33F}">
      <dgm:prSet/>
      <dgm:spPr/>
      <dgm:t>
        <a:bodyPr/>
        <a:lstStyle/>
        <a:p>
          <a:endParaRPr lang="en-US"/>
        </a:p>
      </dgm:t>
    </dgm:pt>
    <dgm:pt modelId="{3AA3984D-D7FC-4301-836A-DBFD198A41B6}" type="sibTrans" cxnId="{A1F12503-5B82-4CF9-9F3D-9E92D90CF33F}">
      <dgm:prSet/>
      <dgm:spPr/>
      <dgm:t>
        <a:bodyPr/>
        <a:lstStyle/>
        <a:p>
          <a:endParaRPr lang="en-US"/>
        </a:p>
      </dgm:t>
    </dgm:pt>
    <dgm:pt modelId="{1EC40E06-5ACD-4829-A90F-B0811BAB6E58}">
      <dgm:prSet/>
      <dgm:spPr/>
      <dgm:t>
        <a:bodyPr/>
        <a:lstStyle/>
        <a:p>
          <a:r>
            <a:rPr lang="en-US"/>
            <a:t>• Risk – likelihood and impact of a threat exploiting a vulnerability.</a:t>
          </a:r>
        </a:p>
      </dgm:t>
    </dgm:pt>
    <dgm:pt modelId="{B051C95F-7BA2-4989-AA05-076D3BC3F86F}" type="parTrans" cxnId="{E0EE8602-4C10-4594-BD00-F0FBE345F668}">
      <dgm:prSet/>
      <dgm:spPr/>
      <dgm:t>
        <a:bodyPr/>
        <a:lstStyle/>
        <a:p>
          <a:endParaRPr lang="en-US"/>
        </a:p>
      </dgm:t>
    </dgm:pt>
    <dgm:pt modelId="{C8581181-A6D1-44BD-869F-482BBEC3D06F}" type="sibTrans" cxnId="{E0EE8602-4C10-4594-BD00-F0FBE345F668}">
      <dgm:prSet/>
      <dgm:spPr/>
      <dgm:t>
        <a:bodyPr/>
        <a:lstStyle/>
        <a:p>
          <a:endParaRPr lang="en-US"/>
        </a:p>
      </dgm:t>
    </dgm:pt>
    <dgm:pt modelId="{438B51A7-7A9F-1B43-8145-579979C728AF}" type="pres">
      <dgm:prSet presAssocID="{C6CCB8F5-F40A-49C1-AF6C-FF125C0059B3}" presName="vert0" presStyleCnt="0">
        <dgm:presLayoutVars>
          <dgm:dir/>
          <dgm:animOne val="branch"/>
          <dgm:animLvl val="lvl"/>
        </dgm:presLayoutVars>
      </dgm:prSet>
      <dgm:spPr/>
    </dgm:pt>
    <dgm:pt modelId="{4D381494-77E9-F340-9730-E45CFB1ABBFE}" type="pres">
      <dgm:prSet presAssocID="{50D711EC-0403-4D1B-89C6-E379C7EA9F12}" presName="thickLine" presStyleLbl="alignNode1" presStyleIdx="0" presStyleCnt="4"/>
      <dgm:spPr/>
    </dgm:pt>
    <dgm:pt modelId="{07BB718E-EE6F-564C-8EA9-A22FD5ECB56C}" type="pres">
      <dgm:prSet presAssocID="{50D711EC-0403-4D1B-89C6-E379C7EA9F12}" presName="horz1" presStyleCnt="0"/>
      <dgm:spPr/>
    </dgm:pt>
    <dgm:pt modelId="{3DB42E77-F292-4044-83CA-9178669937D1}" type="pres">
      <dgm:prSet presAssocID="{50D711EC-0403-4D1B-89C6-E379C7EA9F12}" presName="tx1" presStyleLbl="revTx" presStyleIdx="0" presStyleCnt="4"/>
      <dgm:spPr/>
    </dgm:pt>
    <dgm:pt modelId="{EAE7764B-4833-8F45-BC36-4ADDCDA0BA1A}" type="pres">
      <dgm:prSet presAssocID="{50D711EC-0403-4D1B-89C6-E379C7EA9F12}" presName="vert1" presStyleCnt="0"/>
      <dgm:spPr/>
    </dgm:pt>
    <dgm:pt modelId="{3755D277-5804-BA48-8189-E69D858AB2AE}" type="pres">
      <dgm:prSet presAssocID="{A4ADEBBF-C43E-472C-862E-8A911DAC2524}" presName="thickLine" presStyleLbl="alignNode1" presStyleIdx="1" presStyleCnt="4"/>
      <dgm:spPr/>
    </dgm:pt>
    <dgm:pt modelId="{BCC5378F-860A-FD4D-A99A-983C037117C1}" type="pres">
      <dgm:prSet presAssocID="{A4ADEBBF-C43E-472C-862E-8A911DAC2524}" presName="horz1" presStyleCnt="0"/>
      <dgm:spPr/>
    </dgm:pt>
    <dgm:pt modelId="{762426CC-0D76-D241-99FB-2413110D9605}" type="pres">
      <dgm:prSet presAssocID="{A4ADEBBF-C43E-472C-862E-8A911DAC2524}" presName="tx1" presStyleLbl="revTx" presStyleIdx="1" presStyleCnt="4"/>
      <dgm:spPr/>
    </dgm:pt>
    <dgm:pt modelId="{BFA10F3F-1FF9-9B43-826D-C7ADB2DD43E9}" type="pres">
      <dgm:prSet presAssocID="{A4ADEBBF-C43E-472C-862E-8A911DAC2524}" presName="vert1" presStyleCnt="0"/>
      <dgm:spPr/>
    </dgm:pt>
    <dgm:pt modelId="{EE0A2EC0-D41F-C94E-868E-757A6869FDB4}" type="pres">
      <dgm:prSet presAssocID="{F0909020-C04A-45EC-80A8-FD0A20089862}" presName="thickLine" presStyleLbl="alignNode1" presStyleIdx="2" presStyleCnt="4"/>
      <dgm:spPr/>
    </dgm:pt>
    <dgm:pt modelId="{AF9438F4-1B19-244C-ABFA-EFEC655D6564}" type="pres">
      <dgm:prSet presAssocID="{F0909020-C04A-45EC-80A8-FD0A20089862}" presName="horz1" presStyleCnt="0"/>
      <dgm:spPr/>
    </dgm:pt>
    <dgm:pt modelId="{D4C41839-2809-2440-B027-3BD3F7EA4AE2}" type="pres">
      <dgm:prSet presAssocID="{F0909020-C04A-45EC-80A8-FD0A20089862}" presName="tx1" presStyleLbl="revTx" presStyleIdx="2" presStyleCnt="4"/>
      <dgm:spPr/>
    </dgm:pt>
    <dgm:pt modelId="{D5FF8649-9BD4-AA43-A57E-4F52ADE68592}" type="pres">
      <dgm:prSet presAssocID="{F0909020-C04A-45EC-80A8-FD0A20089862}" presName="vert1" presStyleCnt="0"/>
      <dgm:spPr/>
    </dgm:pt>
    <dgm:pt modelId="{5625C492-93C4-BA42-89AA-7EF57CDC49B2}" type="pres">
      <dgm:prSet presAssocID="{1EC40E06-5ACD-4829-A90F-B0811BAB6E58}" presName="thickLine" presStyleLbl="alignNode1" presStyleIdx="3" presStyleCnt="4"/>
      <dgm:spPr/>
    </dgm:pt>
    <dgm:pt modelId="{F0E06F7E-179F-3946-9C29-18BCE08B417D}" type="pres">
      <dgm:prSet presAssocID="{1EC40E06-5ACD-4829-A90F-B0811BAB6E58}" presName="horz1" presStyleCnt="0"/>
      <dgm:spPr/>
    </dgm:pt>
    <dgm:pt modelId="{FFA8FF14-B235-5A48-B4D2-DFCA995B1A4A}" type="pres">
      <dgm:prSet presAssocID="{1EC40E06-5ACD-4829-A90F-B0811BAB6E58}" presName="tx1" presStyleLbl="revTx" presStyleIdx="3" presStyleCnt="4"/>
      <dgm:spPr/>
    </dgm:pt>
    <dgm:pt modelId="{B61F6AC7-83E9-724E-80FA-9CB1C832CF18}" type="pres">
      <dgm:prSet presAssocID="{1EC40E06-5ACD-4829-A90F-B0811BAB6E58}" presName="vert1" presStyleCnt="0"/>
      <dgm:spPr/>
    </dgm:pt>
  </dgm:ptLst>
  <dgm:cxnLst>
    <dgm:cxn modelId="{E0EE8602-4C10-4594-BD00-F0FBE345F668}" srcId="{C6CCB8F5-F40A-49C1-AF6C-FF125C0059B3}" destId="{1EC40E06-5ACD-4829-A90F-B0811BAB6E58}" srcOrd="3" destOrd="0" parTransId="{B051C95F-7BA2-4989-AA05-076D3BC3F86F}" sibTransId="{C8581181-A6D1-44BD-869F-482BBEC3D06F}"/>
    <dgm:cxn modelId="{A1F12503-5B82-4CF9-9F3D-9E92D90CF33F}" srcId="{C6CCB8F5-F40A-49C1-AF6C-FF125C0059B3}" destId="{F0909020-C04A-45EC-80A8-FD0A20089862}" srcOrd="2" destOrd="0" parTransId="{C8300C6B-2239-496F-9A15-D7D6FDA45129}" sibTransId="{3AA3984D-D7FC-4301-836A-DBFD198A41B6}"/>
    <dgm:cxn modelId="{BF953A28-B823-4544-8219-190045CD17AF}" type="presOf" srcId="{C6CCB8F5-F40A-49C1-AF6C-FF125C0059B3}" destId="{438B51A7-7A9F-1B43-8145-579979C728AF}" srcOrd="0" destOrd="0" presId="urn:microsoft.com/office/officeart/2008/layout/LinedList"/>
    <dgm:cxn modelId="{25BA107B-8153-7A4A-BE0E-AF5C9AE3F437}" type="presOf" srcId="{50D711EC-0403-4D1B-89C6-E379C7EA9F12}" destId="{3DB42E77-F292-4044-83CA-9178669937D1}" srcOrd="0" destOrd="0" presId="urn:microsoft.com/office/officeart/2008/layout/LinedList"/>
    <dgm:cxn modelId="{CB8D6988-36A6-467C-9E66-BAD284396CBE}" srcId="{C6CCB8F5-F40A-49C1-AF6C-FF125C0059B3}" destId="{A4ADEBBF-C43E-472C-862E-8A911DAC2524}" srcOrd="1" destOrd="0" parTransId="{40E96854-3678-45E6-B0C3-1BC69AA9B1B1}" sibTransId="{4BD8D43E-CD1A-42F2-AAAE-9F6FFF0E156E}"/>
    <dgm:cxn modelId="{147B0CAA-8734-694E-964D-6A278A3A3843}" type="presOf" srcId="{1EC40E06-5ACD-4829-A90F-B0811BAB6E58}" destId="{FFA8FF14-B235-5A48-B4D2-DFCA995B1A4A}" srcOrd="0" destOrd="0" presId="urn:microsoft.com/office/officeart/2008/layout/LinedList"/>
    <dgm:cxn modelId="{B17A87C3-77CE-4D1E-A03E-A46C0EBCB336}" srcId="{C6CCB8F5-F40A-49C1-AF6C-FF125C0059B3}" destId="{50D711EC-0403-4D1B-89C6-E379C7EA9F12}" srcOrd="0" destOrd="0" parTransId="{C383B5FD-9E15-4DA5-BFF0-C9A06682BAF8}" sibTransId="{3DC3DB98-F73A-4995-87CA-3F93E4256420}"/>
    <dgm:cxn modelId="{612BC3D0-3FB5-9941-BE3F-20AC7E6E21CD}" type="presOf" srcId="{F0909020-C04A-45EC-80A8-FD0A20089862}" destId="{D4C41839-2809-2440-B027-3BD3F7EA4AE2}" srcOrd="0" destOrd="0" presId="urn:microsoft.com/office/officeart/2008/layout/LinedList"/>
    <dgm:cxn modelId="{66D282FF-0F1D-6A4B-8DDB-FFE1FAAB3333}" type="presOf" srcId="{A4ADEBBF-C43E-472C-862E-8A911DAC2524}" destId="{762426CC-0D76-D241-99FB-2413110D9605}" srcOrd="0" destOrd="0" presId="urn:microsoft.com/office/officeart/2008/layout/LinedList"/>
    <dgm:cxn modelId="{1A2FEC86-50C7-E840-8C48-C7B57F9C20FB}" type="presParOf" srcId="{438B51A7-7A9F-1B43-8145-579979C728AF}" destId="{4D381494-77E9-F340-9730-E45CFB1ABBFE}" srcOrd="0" destOrd="0" presId="urn:microsoft.com/office/officeart/2008/layout/LinedList"/>
    <dgm:cxn modelId="{315BC446-0EAD-1D4B-BAA9-E59488D4E4E3}" type="presParOf" srcId="{438B51A7-7A9F-1B43-8145-579979C728AF}" destId="{07BB718E-EE6F-564C-8EA9-A22FD5ECB56C}" srcOrd="1" destOrd="0" presId="urn:microsoft.com/office/officeart/2008/layout/LinedList"/>
    <dgm:cxn modelId="{8C2D450C-E48B-8C47-82CA-5A1AC7A38072}" type="presParOf" srcId="{07BB718E-EE6F-564C-8EA9-A22FD5ECB56C}" destId="{3DB42E77-F292-4044-83CA-9178669937D1}" srcOrd="0" destOrd="0" presId="urn:microsoft.com/office/officeart/2008/layout/LinedList"/>
    <dgm:cxn modelId="{5C4930B0-C7C2-7241-819B-CACC04A4A549}" type="presParOf" srcId="{07BB718E-EE6F-564C-8EA9-A22FD5ECB56C}" destId="{EAE7764B-4833-8F45-BC36-4ADDCDA0BA1A}" srcOrd="1" destOrd="0" presId="urn:microsoft.com/office/officeart/2008/layout/LinedList"/>
    <dgm:cxn modelId="{0AB0D3BA-2D58-344C-8EC5-6DB40D17D03E}" type="presParOf" srcId="{438B51A7-7A9F-1B43-8145-579979C728AF}" destId="{3755D277-5804-BA48-8189-E69D858AB2AE}" srcOrd="2" destOrd="0" presId="urn:microsoft.com/office/officeart/2008/layout/LinedList"/>
    <dgm:cxn modelId="{3C89C192-210E-E64E-95B0-233190533CB1}" type="presParOf" srcId="{438B51A7-7A9F-1B43-8145-579979C728AF}" destId="{BCC5378F-860A-FD4D-A99A-983C037117C1}" srcOrd="3" destOrd="0" presId="urn:microsoft.com/office/officeart/2008/layout/LinedList"/>
    <dgm:cxn modelId="{4C6FD1F4-721F-AC44-8DC2-F715082C4981}" type="presParOf" srcId="{BCC5378F-860A-FD4D-A99A-983C037117C1}" destId="{762426CC-0D76-D241-99FB-2413110D9605}" srcOrd="0" destOrd="0" presId="urn:microsoft.com/office/officeart/2008/layout/LinedList"/>
    <dgm:cxn modelId="{DDC2735E-7C11-F640-A972-C83ABEB7BD1F}" type="presParOf" srcId="{BCC5378F-860A-FD4D-A99A-983C037117C1}" destId="{BFA10F3F-1FF9-9B43-826D-C7ADB2DD43E9}" srcOrd="1" destOrd="0" presId="urn:microsoft.com/office/officeart/2008/layout/LinedList"/>
    <dgm:cxn modelId="{49F2381C-1631-0746-AEBE-01BF1D51F4CA}" type="presParOf" srcId="{438B51A7-7A9F-1B43-8145-579979C728AF}" destId="{EE0A2EC0-D41F-C94E-868E-757A6869FDB4}" srcOrd="4" destOrd="0" presId="urn:microsoft.com/office/officeart/2008/layout/LinedList"/>
    <dgm:cxn modelId="{37515343-0991-324C-AE44-316DEE5F3C2F}" type="presParOf" srcId="{438B51A7-7A9F-1B43-8145-579979C728AF}" destId="{AF9438F4-1B19-244C-ABFA-EFEC655D6564}" srcOrd="5" destOrd="0" presId="urn:microsoft.com/office/officeart/2008/layout/LinedList"/>
    <dgm:cxn modelId="{4BEA4E73-CBA8-EC4B-8C16-2BBEA206FB88}" type="presParOf" srcId="{AF9438F4-1B19-244C-ABFA-EFEC655D6564}" destId="{D4C41839-2809-2440-B027-3BD3F7EA4AE2}" srcOrd="0" destOrd="0" presId="urn:microsoft.com/office/officeart/2008/layout/LinedList"/>
    <dgm:cxn modelId="{BF1829A3-1267-984D-8D26-66901F2D96B6}" type="presParOf" srcId="{AF9438F4-1B19-244C-ABFA-EFEC655D6564}" destId="{D5FF8649-9BD4-AA43-A57E-4F52ADE68592}" srcOrd="1" destOrd="0" presId="urn:microsoft.com/office/officeart/2008/layout/LinedList"/>
    <dgm:cxn modelId="{33EAD952-C7F8-AC4C-B606-11EA9796D62E}" type="presParOf" srcId="{438B51A7-7A9F-1B43-8145-579979C728AF}" destId="{5625C492-93C4-BA42-89AA-7EF57CDC49B2}" srcOrd="6" destOrd="0" presId="urn:microsoft.com/office/officeart/2008/layout/LinedList"/>
    <dgm:cxn modelId="{C412DCF9-4374-024E-B4E5-24F225E24BB5}" type="presParOf" srcId="{438B51A7-7A9F-1B43-8145-579979C728AF}" destId="{F0E06F7E-179F-3946-9C29-18BCE08B417D}" srcOrd="7" destOrd="0" presId="urn:microsoft.com/office/officeart/2008/layout/LinedList"/>
    <dgm:cxn modelId="{E437F97C-CB89-F74F-98C9-2AEBE613E7EB}" type="presParOf" srcId="{F0E06F7E-179F-3946-9C29-18BCE08B417D}" destId="{FFA8FF14-B235-5A48-B4D2-DFCA995B1A4A}" srcOrd="0" destOrd="0" presId="urn:microsoft.com/office/officeart/2008/layout/LinedList"/>
    <dgm:cxn modelId="{9105B2A5-A671-814C-9D12-E004F5BBBAA1}" type="presParOf" srcId="{F0E06F7E-179F-3946-9C29-18BCE08B417D}" destId="{B61F6AC7-83E9-724E-80FA-9CB1C832CF18}"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8EA6BE83-2722-4D96-9FD1-9D063E43820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DE7C9A5-08C9-4282-82F0-ACD8320BC4DA}">
      <dgm:prSet/>
      <dgm:spPr/>
      <dgm:t>
        <a:bodyPr/>
        <a:lstStyle/>
        <a:p>
          <a:r>
            <a:rPr lang="en-US"/>
            <a:t>• Assets: customer files, tokens, reputation.</a:t>
          </a:r>
        </a:p>
      </dgm:t>
    </dgm:pt>
    <dgm:pt modelId="{557B0561-D7EC-4C07-AC64-CAFDA13D3867}" type="parTrans" cxnId="{34C78864-C096-4970-8A49-F90455327D35}">
      <dgm:prSet/>
      <dgm:spPr/>
      <dgm:t>
        <a:bodyPr/>
        <a:lstStyle/>
        <a:p>
          <a:endParaRPr lang="en-US"/>
        </a:p>
      </dgm:t>
    </dgm:pt>
    <dgm:pt modelId="{9D910C31-74EF-4BEA-89A6-08BB1562A5DA}" type="sibTrans" cxnId="{34C78864-C096-4970-8A49-F90455327D35}">
      <dgm:prSet/>
      <dgm:spPr/>
      <dgm:t>
        <a:bodyPr/>
        <a:lstStyle/>
        <a:p>
          <a:endParaRPr lang="en-US"/>
        </a:p>
      </dgm:t>
    </dgm:pt>
    <dgm:pt modelId="{A6704FD1-AE13-47D1-B4AC-635BA56BC0BE}">
      <dgm:prSet/>
      <dgm:spPr/>
      <dgm:t>
        <a:bodyPr/>
        <a:lstStyle/>
        <a:p>
          <a:r>
            <a:rPr lang="en-US"/>
            <a:t>• Vulnerability: misconfigured server storing tokens in plaintext.</a:t>
          </a:r>
        </a:p>
      </dgm:t>
    </dgm:pt>
    <dgm:pt modelId="{236AD377-28EF-471F-9417-A2E30DE5B08B}" type="parTrans" cxnId="{F54C5873-F66C-4BCE-9174-A81C1433593A}">
      <dgm:prSet/>
      <dgm:spPr/>
      <dgm:t>
        <a:bodyPr/>
        <a:lstStyle/>
        <a:p>
          <a:endParaRPr lang="en-US"/>
        </a:p>
      </dgm:t>
    </dgm:pt>
    <dgm:pt modelId="{C869161A-B08C-4181-808D-6434E3069753}" type="sibTrans" cxnId="{F54C5873-F66C-4BCE-9174-A81C1433593A}">
      <dgm:prSet/>
      <dgm:spPr/>
      <dgm:t>
        <a:bodyPr/>
        <a:lstStyle/>
        <a:p>
          <a:endParaRPr lang="en-US"/>
        </a:p>
      </dgm:t>
    </dgm:pt>
    <dgm:pt modelId="{53F260A5-E675-4031-AE86-B3C7B5775EB3}">
      <dgm:prSet/>
      <dgm:spPr/>
      <dgm:t>
        <a:bodyPr/>
        <a:lstStyle/>
        <a:p>
          <a:r>
            <a:rPr lang="en-US"/>
            <a:t>• Threat: attacker scans and steals tokens.</a:t>
          </a:r>
        </a:p>
      </dgm:t>
    </dgm:pt>
    <dgm:pt modelId="{D591C32E-2337-426B-A60D-8DAFB8DD0F62}" type="parTrans" cxnId="{C781E576-B661-4808-BE82-49F4DE597A5F}">
      <dgm:prSet/>
      <dgm:spPr/>
      <dgm:t>
        <a:bodyPr/>
        <a:lstStyle/>
        <a:p>
          <a:endParaRPr lang="en-US"/>
        </a:p>
      </dgm:t>
    </dgm:pt>
    <dgm:pt modelId="{5F27108A-FBF9-4A49-8483-703669438243}" type="sibTrans" cxnId="{C781E576-B661-4808-BE82-49F4DE597A5F}">
      <dgm:prSet/>
      <dgm:spPr/>
      <dgm:t>
        <a:bodyPr/>
        <a:lstStyle/>
        <a:p>
          <a:endParaRPr lang="en-US"/>
        </a:p>
      </dgm:t>
    </dgm:pt>
    <dgm:pt modelId="{B0D7EECF-A42D-488E-9D00-971EDBC9499A}">
      <dgm:prSet/>
      <dgm:spPr/>
      <dgm:t>
        <a:bodyPr/>
        <a:lstStyle/>
        <a:p>
          <a:r>
            <a:rPr lang="en-US"/>
            <a:t>• Risk realised: unauthorized access, data theft, reputational harm.</a:t>
          </a:r>
        </a:p>
      </dgm:t>
    </dgm:pt>
    <dgm:pt modelId="{2C9CBEA9-47B7-45DB-B988-6C28C4879776}" type="parTrans" cxnId="{8F46EFC1-FACC-411B-94CE-27D20DC3642D}">
      <dgm:prSet/>
      <dgm:spPr/>
      <dgm:t>
        <a:bodyPr/>
        <a:lstStyle/>
        <a:p>
          <a:endParaRPr lang="en-US"/>
        </a:p>
      </dgm:t>
    </dgm:pt>
    <dgm:pt modelId="{24590FB1-0715-4630-B5C7-ED908FEFE4E0}" type="sibTrans" cxnId="{8F46EFC1-FACC-411B-94CE-27D20DC3642D}">
      <dgm:prSet/>
      <dgm:spPr/>
      <dgm:t>
        <a:bodyPr/>
        <a:lstStyle/>
        <a:p>
          <a:endParaRPr lang="en-US"/>
        </a:p>
      </dgm:t>
    </dgm:pt>
    <dgm:pt modelId="{BACECAAE-C782-194A-A333-26427CE0B240}" type="pres">
      <dgm:prSet presAssocID="{8EA6BE83-2722-4D96-9FD1-9D063E438200}" presName="linear" presStyleCnt="0">
        <dgm:presLayoutVars>
          <dgm:animLvl val="lvl"/>
          <dgm:resizeHandles val="exact"/>
        </dgm:presLayoutVars>
      </dgm:prSet>
      <dgm:spPr/>
    </dgm:pt>
    <dgm:pt modelId="{BDAE7CC2-CC84-834D-8130-87C01F835BFE}" type="pres">
      <dgm:prSet presAssocID="{5DE7C9A5-08C9-4282-82F0-ACD8320BC4DA}" presName="parentText" presStyleLbl="node1" presStyleIdx="0" presStyleCnt="4">
        <dgm:presLayoutVars>
          <dgm:chMax val="0"/>
          <dgm:bulletEnabled val="1"/>
        </dgm:presLayoutVars>
      </dgm:prSet>
      <dgm:spPr/>
    </dgm:pt>
    <dgm:pt modelId="{4AA2C70D-9D26-2D4A-938E-A81159896E9C}" type="pres">
      <dgm:prSet presAssocID="{9D910C31-74EF-4BEA-89A6-08BB1562A5DA}" presName="spacer" presStyleCnt="0"/>
      <dgm:spPr/>
    </dgm:pt>
    <dgm:pt modelId="{01AFC51D-F81B-EC4A-AB89-4F4D5EDE00CC}" type="pres">
      <dgm:prSet presAssocID="{A6704FD1-AE13-47D1-B4AC-635BA56BC0BE}" presName="parentText" presStyleLbl="node1" presStyleIdx="1" presStyleCnt="4">
        <dgm:presLayoutVars>
          <dgm:chMax val="0"/>
          <dgm:bulletEnabled val="1"/>
        </dgm:presLayoutVars>
      </dgm:prSet>
      <dgm:spPr/>
    </dgm:pt>
    <dgm:pt modelId="{53604915-1661-5543-835A-0C98E5A3808D}" type="pres">
      <dgm:prSet presAssocID="{C869161A-B08C-4181-808D-6434E3069753}" presName="spacer" presStyleCnt="0"/>
      <dgm:spPr/>
    </dgm:pt>
    <dgm:pt modelId="{0D61C868-C300-4F4B-99F1-F4139837F143}" type="pres">
      <dgm:prSet presAssocID="{53F260A5-E675-4031-AE86-B3C7B5775EB3}" presName="parentText" presStyleLbl="node1" presStyleIdx="2" presStyleCnt="4">
        <dgm:presLayoutVars>
          <dgm:chMax val="0"/>
          <dgm:bulletEnabled val="1"/>
        </dgm:presLayoutVars>
      </dgm:prSet>
      <dgm:spPr/>
    </dgm:pt>
    <dgm:pt modelId="{729D065E-3DF2-1849-904A-6F22523DB2BA}" type="pres">
      <dgm:prSet presAssocID="{5F27108A-FBF9-4A49-8483-703669438243}" presName="spacer" presStyleCnt="0"/>
      <dgm:spPr/>
    </dgm:pt>
    <dgm:pt modelId="{02F5FC90-F2FC-7A49-BA7D-0704B38356CE}" type="pres">
      <dgm:prSet presAssocID="{B0D7EECF-A42D-488E-9D00-971EDBC9499A}" presName="parentText" presStyleLbl="node1" presStyleIdx="3" presStyleCnt="4">
        <dgm:presLayoutVars>
          <dgm:chMax val="0"/>
          <dgm:bulletEnabled val="1"/>
        </dgm:presLayoutVars>
      </dgm:prSet>
      <dgm:spPr/>
    </dgm:pt>
  </dgm:ptLst>
  <dgm:cxnLst>
    <dgm:cxn modelId="{C96DA61C-DE04-4A4B-A857-F166AC6BE37C}" type="presOf" srcId="{A6704FD1-AE13-47D1-B4AC-635BA56BC0BE}" destId="{01AFC51D-F81B-EC4A-AB89-4F4D5EDE00CC}" srcOrd="0" destOrd="0" presId="urn:microsoft.com/office/officeart/2005/8/layout/vList2"/>
    <dgm:cxn modelId="{5044C13D-6BEF-AC4F-8258-F1147C889DA7}" type="presOf" srcId="{5DE7C9A5-08C9-4282-82F0-ACD8320BC4DA}" destId="{BDAE7CC2-CC84-834D-8130-87C01F835BFE}" srcOrd="0" destOrd="0" presId="urn:microsoft.com/office/officeart/2005/8/layout/vList2"/>
    <dgm:cxn modelId="{34C78864-C096-4970-8A49-F90455327D35}" srcId="{8EA6BE83-2722-4D96-9FD1-9D063E438200}" destId="{5DE7C9A5-08C9-4282-82F0-ACD8320BC4DA}" srcOrd="0" destOrd="0" parTransId="{557B0561-D7EC-4C07-AC64-CAFDA13D3867}" sibTransId="{9D910C31-74EF-4BEA-89A6-08BB1562A5DA}"/>
    <dgm:cxn modelId="{F54C5873-F66C-4BCE-9174-A81C1433593A}" srcId="{8EA6BE83-2722-4D96-9FD1-9D063E438200}" destId="{A6704FD1-AE13-47D1-B4AC-635BA56BC0BE}" srcOrd="1" destOrd="0" parTransId="{236AD377-28EF-471F-9417-A2E30DE5B08B}" sibTransId="{C869161A-B08C-4181-808D-6434E3069753}"/>
    <dgm:cxn modelId="{C781E576-B661-4808-BE82-49F4DE597A5F}" srcId="{8EA6BE83-2722-4D96-9FD1-9D063E438200}" destId="{53F260A5-E675-4031-AE86-B3C7B5775EB3}" srcOrd="2" destOrd="0" parTransId="{D591C32E-2337-426B-A60D-8DAFB8DD0F62}" sibTransId="{5F27108A-FBF9-4A49-8483-703669438243}"/>
    <dgm:cxn modelId="{A1C500B1-A264-9140-AF44-8CFFE75F1A1A}" type="presOf" srcId="{53F260A5-E675-4031-AE86-B3C7B5775EB3}" destId="{0D61C868-C300-4F4B-99F1-F4139837F143}" srcOrd="0" destOrd="0" presId="urn:microsoft.com/office/officeart/2005/8/layout/vList2"/>
    <dgm:cxn modelId="{8F46EFC1-FACC-411B-94CE-27D20DC3642D}" srcId="{8EA6BE83-2722-4D96-9FD1-9D063E438200}" destId="{B0D7EECF-A42D-488E-9D00-971EDBC9499A}" srcOrd="3" destOrd="0" parTransId="{2C9CBEA9-47B7-45DB-B988-6C28C4879776}" sibTransId="{24590FB1-0715-4630-B5C7-ED908FEFE4E0}"/>
    <dgm:cxn modelId="{3E1C44DC-E4D3-EB40-BBA1-3BB9E9618E71}" type="presOf" srcId="{B0D7EECF-A42D-488E-9D00-971EDBC9499A}" destId="{02F5FC90-F2FC-7A49-BA7D-0704B38356CE}" srcOrd="0" destOrd="0" presId="urn:microsoft.com/office/officeart/2005/8/layout/vList2"/>
    <dgm:cxn modelId="{C93047E3-AFF0-2942-9A05-4EA433FC5EE5}" type="presOf" srcId="{8EA6BE83-2722-4D96-9FD1-9D063E438200}" destId="{BACECAAE-C782-194A-A333-26427CE0B240}" srcOrd="0" destOrd="0" presId="urn:microsoft.com/office/officeart/2005/8/layout/vList2"/>
    <dgm:cxn modelId="{F71FB67C-BB98-7946-924B-C2CA910FD202}" type="presParOf" srcId="{BACECAAE-C782-194A-A333-26427CE0B240}" destId="{BDAE7CC2-CC84-834D-8130-87C01F835BFE}" srcOrd="0" destOrd="0" presId="urn:microsoft.com/office/officeart/2005/8/layout/vList2"/>
    <dgm:cxn modelId="{A6B9480E-81E6-5E45-972B-793F2ADF29D4}" type="presParOf" srcId="{BACECAAE-C782-194A-A333-26427CE0B240}" destId="{4AA2C70D-9D26-2D4A-938E-A81159896E9C}" srcOrd="1" destOrd="0" presId="urn:microsoft.com/office/officeart/2005/8/layout/vList2"/>
    <dgm:cxn modelId="{D765ED63-813B-1742-B3C6-15FB57830DA1}" type="presParOf" srcId="{BACECAAE-C782-194A-A333-26427CE0B240}" destId="{01AFC51D-F81B-EC4A-AB89-4F4D5EDE00CC}" srcOrd="2" destOrd="0" presId="urn:microsoft.com/office/officeart/2005/8/layout/vList2"/>
    <dgm:cxn modelId="{163D370A-900B-D749-A932-7419A8523DE2}" type="presParOf" srcId="{BACECAAE-C782-194A-A333-26427CE0B240}" destId="{53604915-1661-5543-835A-0C98E5A3808D}" srcOrd="3" destOrd="0" presId="urn:microsoft.com/office/officeart/2005/8/layout/vList2"/>
    <dgm:cxn modelId="{D215A33D-1247-9C4B-ACBE-4E50DBE788FD}" type="presParOf" srcId="{BACECAAE-C782-194A-A333-26427CE0B240}" destId="{0D61C868-C300-4F4B-99F1-F4139837F143}" srcOrd="4" destOrd="0" presId="urn:microsoft.com/office/officeart/2005/8/layout/vList2"/>
    <dgm:cxn modelId="{50A975BF-FEE9-1B4A-B0E7-2E7B63DAB601}" type="presParOf" srcId="{BACECAAE-C782-194A-A333-26427CE0B240}" destId="{729D065E-3DF2-1849-904A-6F22523DB2BA}" srcOrd="5" destOrd="0" presId="urn:microsoft.com/office/officeart/2005/8/layout/vList2"/>
    <dgm:cxn modelId="{FC69F43E-6E56-5B4A-90B9-F632D5B64FE4}" type="presParOf" srcId="{BACECAAE-C782-194A-A333-26427CE0B240}" destId="{02F5FC90-F2FC-7A49-BA7D-0704B38356C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ED2AD10-72F5-4C14-9CE3-E28B8E2D966A}"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59B5269-E5E8-4322-BCE1-8C7CD740578E}">
      <dgm:prSet/>
      <dgm:spPr/>
      <dgm:t>
        <a:bodyPr/>
        <a:lstStyle/>
        <a:p>
          <a:r>
            <a:rPr lang="en-US" dirty="0"/>
            <a:t>• Open </a:t>
          </a:r>
          <a:r>
            <a:rPr lang="en-US" dirty="0" err="1"/>
            <a:t>CyberChef</a:t>
          </a:r>
          <a:r>
            <a:rPr lang="en-US" dirty="0"/>
            <a:t> (</a:t>
          </a:r>
          <a:r>
            <a:rPr lang="en-US" dirty="0" err="1"/>
            <a:t>gchq.github.io</a:t>
          </a:r>
          <a:r>
            <a:rPr lang="en-US" dirty="0"/>
            <a:t>/</a:t>
          </a:r>
          <a:r>
            <a:rPr lang="en-US" dirty="0" err="1"/>
            <a:t>CyberChef</a:t>
          </a:r>
          <a:r>
            <a:rPr lang="en-US" dirty="0"/>
            <a:t>).</a:t>
          </a:r>
        </a:p>
      </dgm:t>
    </dgm:pt>
    <dgm:pt modelId="{1A7BCFC6-F04E-44BF-8074-A53D266E0CA9}" type="parTrans" cxnId="{5EBB2A67-7E14-4EAD-B44F-8D089E9CAC17}">
      <dgm:prSet/>
      <dgm:spPr/>
      <dgm:t>
        <a:bodyPr/>
        <a:lstStyle/>
        <a:p>
          <a:endParaRPr lang="en-US"/>
        </a:p>
      </dgm:t>
    </dgm:pt>
    <dgm:pt modelId="{9A35C964-C7B5-40A9-86BE-92C615F01F64}" type="sibTrans" cxnId="{5EBB2A67-7E14-4EAD-B44F-8D089E9CAC17}">
      <dgm:prSet/>
      <dgm:spPr/>
      <dgm:t>
        <a:bodyPr/>
        <a:lstStyle/>
        <a:p>
          <a:endParaRPr lang="en-US"/>
        </a:p>
      </dgm:t>
    </dgm:pt>
    <dgm:pt modelId="{F15580C8-5978-4BB1-86EE-EF2D1E0176B1}">
      <dgm:prSet/>
      <dgm:spPr/>
      <dgm:t>
        <a:bodyPr/>
        <a:lstStyle/>
        <a:p>
          <a:r>
            <a:rPr lang="en-US"/>
            <a:t>• Drag ‘SHA‑256’ to the recipe area and enter a message or file.</a:t>
          </a:r>
        </a:p>
      </dgm:t>
    </dgm:pt>
    <dgm:pt modelId="{F74A73BE-822F-4ED1-A749-5D347425C968}" type="parTrans" cxnId="{3330A163-8430-40C9-A141-B8A37F754FE8}">
      <dgm:prSet/>
      <dgm:spPr/>
      <dgm:t>
        <a:bodyPr/>
        <a:lstStyle/>
        <a:p>
          <a:endParaRPr lang="en-US"/>
        </a:p>
      </dgm:t>
    </dgm:pt>
    <dgm:pt modelId="{9DBC6618-2598-47EC-872A-6F6EEFB65690}" type="sibTrans" cxnId="{3330A163-8430-40C9-A141-B8A37F754FE8}">
      <dgm:prSet/>
      <dgm:spPr/>
      <dgm:t>
        <a:bodyPr/>
        <a:lstStyle/>
        <a:p>
          <a:endParaRPr lang="en-US"/>
        </a:p>
      </dgm:t>
    </dgm:pt>
    <dgm:pt modelId="{8D12FA2C-F24E-4DB3-A811-BAF85220FC1E}">
      <dgm:prSet/>
      <dgm:spPr/>
      <dgm:t>
        <a:bodyPr/>
        <a:lstStyle/>
        <a:p>
          <a:r>
            <a:rPr lang="en-US"/>
            <a:t>• Observe the hash output and the avalanche effect.</a:t>
          </a:r>
        </a:p>
      </dgm:t>
    </dgm:pt>
    <dgm:pt modelId="{A1B6B0EE-158E-452D-9A8A-8BDD4B95E20A}" type="parTrans" cxnId="{5C8BD05E-F75C-40AA-92D9-A4A19AF77950}">
      <dgm:prSet/>
      <dgm:spPr/>
      <dgm:t>
        <a:bodyPr/>
        <a:lstStyle/>
        <a:p>
          <a:endParaRPr lang="en-US"/>
        </a:p>
      </dgm:t>
    </dgm:pt>
    <dgm:pt modelId="{2B8C022A-D398-4F22-A100-188D9F4B4633}" type="sibTrans" cxnId="{5C8BD05E-F75C-40AA-92D9-A4A19AF77950}">
      <dgm:prSet/>
      <dgm:spPr/>
      <dgm:t>
        <a:bodyPr/>
        <a:lstStyle/>
        <a:p>
          <a:endParaRPr lang="en-US"/>
        </a:p>
      </dgm:t>
    </dgm:pt>
    <dgm:pt modelId="{35130466-ECFA-40DD-AB93-B3AA1908BDE6}">
      <dgm:prSet/>
      <dgm:spPr/>
      <dgm:t>
        <a:bodyPr/>
        <a:lstStyle/>
        <a:p>
          <a:r>
            <a:rPr lang="en-US"/>
            <a:t>• Add ‘To Base64’ and see reversible encoding.</a:t>
          </a:r>
        </a:p>
      </dgm:t>
    </dgm:pt>
    <dgm:pt modelId="{7D101785-698E-4410-B58D-23FC617FCB50}" type="parTrans" cxnId="{775FB81B-3F91-43EC-9DC4-83E71087C582}">
      <dgm:prSet/>
      <dgm:spPr/>
      <dgm:t>
        <a:bodyPr/>
        <a:lstStyle/>
        <a:p>
          <a:endParaRPr lang="en-US"/>
        </a:p>
      </dgm:t>
    </dgm:pt>
    <dgm:pt modelId="{A887A337-7A4F-4BC4-8F87-1A17C7585DC3}" type="sibTrans" cxnId="{775FB81B-3F91-43EC-9DC4-83E71087C582}">
      <dgm:prSet/>
      <dgm:spPr/>
      <dgm:t>
        <a:bodyPr/>
        <a:lstStyle/>
        <a:p>
          <a:endParaRPr lang="en-US"/>
        </a:p>
      </dgm:t>
    </dgm:pt>
    <dgm:pt modelId="{869BB17B-2126-4FB8-AEEC-6E9920ED74BF}">
      <dgm:prSet/>
      <dgm:spPr/>
      <dgm:t>
        <a:bodyPr/>
        <a:lstStyle/>
        <a:p>
          <a:r>
            <a:rPr lang="en-US"/>
            <a:t>• Modify input and compare hash changes.</a:t>
          </a:r>
        </a:p>
      </dgm:t>
    </dgm:pt>
    <dgm:pt modelId="{A3935E68-0983-4352-80DF-137C8A5BC01D}" type="parTrans" cxnId="{FA548FC7-0410-4B3A-9BED-0E21F125E5E5}">
      <dgm:prSet/>
      <dgm:spPr/>
      <dgm:t>
        <a:bodyPr/>
        <a:lstStyle/>
        <a:p>
          <a:endParaRPr lang="en-US"/>
        </a:p>
      </dgm:t>
    </dgm:pt>
    <dgm:pt modelId="{1EDA26E7-E36C-4507-9546-F54329852B60}" type="sibTrans" cxnId="{FA548FC7-0410-4B3A-9BED-0E21F125E5E5}">
      <dgm:prSet/>
      <dgm:spPr/>
      <dgm:t>
        <a:bodyPr/>
        <a:lstStyle/>
        <a:p>
          <a:endParaRPr lang="en-US"/>
        </a:p>
      </dgm:t>
    </dgm:pt>
    <dgm:pt modelId="{C7501E87-2F62-46D0-9FE3-1EDE673E416A}" type="pres">
      <dgm:prSet presAssocID="{9ED2AD10-72F5-4C14-9CE3-E28B8E2D966A}" presName="root" presStyleCnt="0">
        <dgm:presLayoutVars>
          <dgm:dir/>
          <dgm:resizeHandles val="exact"/>
        </dgm:presLayoutVars>
      </dgm:prSet>
      <dgm:spPr/>
    </dgm:pt>
    <dgm:pt modelId="{7B5E2068-C0DE-460A-AC6B-81F441C205DD}" type="pres">
      <dgm:prSet presAssocID="{859B5269-E5E8-4322-BCE1-8C7CD740578E}" presName="compNode" presStyleCnt="0"/>
      <dgm:spPr/>
    </dgm:pt>
    <dgm:pt modelId="{C7BC33B4-28EE-4A1E-B148-5A8E2021D0F9}" type="pres">
      <dgm:prSet presAssocID="{859B5269-E5E8-4322-BCE1-8C7CD740578E}" presName="bgRect" presStyleLbl="bgShp" presStyleIdx="0" presStyleCnt="5"/>
      <dgm:spPr/>
    </dgm:pt>
    <dgm:pt modelId="{F1B26C5A-D5EF-4270-AF7A-A89C1C114C41}" type="pres">
      <dgm:prSet presAssocID="{859B5269-E5E8-4322-BCE1-8C7CD740578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stomer Review"/>
        </a:ext>
      </dgm:extLst>
    </dgm:pt>
    <dgm:pt modelId="{883DA259-9A56-43E8-A5FF-365DCDC00F21}" type="pres">
      <dgm:prSet presAssocID="{859B5269-E5E8-4322-BCE1-8C7CD740578E}" presName="spaceRect" presStyleCnt="0"/>
      <dgm:spPr/>
    </dgm:pt>
    <dgm:pt modelId="{369AC54E-F598-4F40-A62E-7CFB5150571D}" type="pres">
      <dgm:prSet presAssocID="{859B5269-E5E8-4322-BCE1-8C7CD740578E}" presName="parTx" presStyleLbl="revTx" presStyleIdx="0" presStyleCnt="5">
        <dgm:presLayoutVars>
          <dgm:chMax val="0"/>
          <dgm:chPref val="0"/>
        </dgm:presLayoutVars>
      </dgm:prSet>
      <dgm:spPr/>
    </dgm:pt>
    <dgm:pt modelId="{87A04B77-412E-46DB-8F8E-E44A88EDDA40}" type="pres">
      <dgm:prSet presAssocID="{9A35C964-C7B5-40A9-86BE-92C615F01F64}" presName="sibTrans" presStyleCnt="0"/>
      <dgm:spPr/>
    </dgm:pt>
    <dgm:pt modelId="{F395ED52-1957-430E-8B0A-919A7396875C}" type="pres">
      <dgm:prSet presAssocID="{F15580C8-5978-4BB1-86EE-EF2D1E0176B1}" presName="compNode" presStyleCnt="0"/>
      <dgm:spPr/>
    </dgm:pt>
    <dgm:pt modelId="{CF488D72-8C8E-4FA1-B090-F15C1967964C}" type="pres">
      <dgm:prSet presAssocID="{F15580C8-5978-4BB1-86EE-EF2D1E0176B1}" presName="bgRect" presStyleLbl="bgShp" presStyleIdx="1" presStyleCnt="5"/>
      <dgm:spPr/>
    </dgm:pt>
    <dgm:pt modelId="{3100DE52-24C6-440B-9B75-77482465B14E}" type="pres">
      <dgm:prSet presAssocID="{F15580C8-5978-4BB1-86EE-EF2D1E0176B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lter"/>
        </a:ext>
      </dgm:extLst>
    </dgm:pt>
    <dgm:pt modelId="{3F77F2D2-DCF0-49FD-AA1C-56B878506661}" type="pres">
      <dgm:prSet presAssocID="{F15580C8-5978-4BB1-86EE-EF2D1E0176B1}" presName="spaceRect" presStyleCnt="0"/>
      <dgm:spPr/>
    </dgm:pt>
    <dgm:pt modelId="{B30E41C6-2EC3-43C0-AB88-D0B245ECEF81}" type="pres">
      <dgm:prSet presAssocID="{F15580C8-5978-4BB1-86EE-EF2D1E0176B1}" presName="parTx" presStyleLbl="revTx" presStyleIdx="1" presStyleCnt="5">
        <dgm:presLayoutVars>
          <dgm:chMax val="0"/>
          <dgm:chPref val="0"/>
        </dgm:presLayoutVars>
      </dgm:prSet>
      <dgm:spPr/>
    </dgm:pt>
    <dgm:pt modelId="{19BE9564-DDEC-4236-9BE1-5CA9D231FCD0}" type="pres">
      <dgm:prSet presAssocID="{9DBC6618-2598-47EC-872A-6F6EEFB65690}" presName="sibTrans" presStyleCnt="0"/>
      <dgm:spPr/>
    </dgm:pt>
    <dgm:pt modelId="{BE59033F-EE1A-449D-88D5-0FA6AD47FED9}" type="pres">
      <dgm:prSet presAssocID="{8D12FA2C-F24E-4DB3-A811-BAF85220FC1E}" presName="compNode" presStyleCnt="0"/>
      <dgm:spPr/>
    </dgm:pt>
    <dgm:pt modelId="{423BF692-032F-42DA-B91B-CEC45E2540D9}" type="pres">
      <dgm:prSet presAssocID="{8D12FA2C-F24E-4DB3-A811-BAF85220FC1E}" presName="bgRect" presStyleLbl="bgShp" presStyleIdx="2" presStyleCnt="5"/>
      <dgm:spPr/>
    </dgm:pt>
    <dgm:pt modelId="{46A6E82C-0510-4828-803B-5447277CD88D}" type="pres">
      <dgm:prSet presAssocID="{8D12FA2C-F24E-4DB3-A811-BAF85220FC1E}"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aterfall scene"/>
        </a:ext>
      </dgm:extLst>
    </dgm:pt>
    <dgm:pt modelId="{7C083693-7D60-4872-8805-3667849A6825}" type="pres">
      <dgm:prSet presAssocID="{8D12FA2C-F24E-4DB3-A811-BAF85220FC1E}" presName="spaceRect" presStyleCnt="0"/>
      <dgm:spPr/>
    </dgm:pt>
    <dgm:pt modelId="{F23E48FA-599D-44BF-B671-BA4F81AD45DC}" type="pres">
      <dgm:prSet presAssocID="{8D12FA2C-F24E-4DB3-A811-BAF85220FC1E}" presName="parTx" presStyleLbl="revTx" presStyleIdx="2" presStyleCnt="5">
        <dgm:presLayoutVars>
          <dgm:chMax val="0"/>
          <dgm:chPref val="0"/>
        </dgm:presLayoutVars>
      </dgm:prSet>
      <dgm:spPr/>
    </dgm:pt>
    <dgm:pt modelId="{AD2AD708-F6FC-4508-AA08-1E0BEC550A21}" type="pres">
      <dgm:prSet presAssocID="{2B8C022A-D398-4F22-A100-188D9F4B4633}" presName="sibTrans" presStyleCnt="0"/>
      <dgm:spPr/>
    </dgm:pt>
    <dgm:pt modelId="{45FB52CA-5B16-4906-8527-C8A4C1E81758}" type="pres">
      <dgm:prSet presAssocID="{35130466-ECFA-40DD-AB93-B3AA1908BDE6}" presName="compNode" presStyleCnt="0"/>
      <dgm:spPr/>
    </dgm:pt>
    <dgm:pt modelId="{CE25ED3E-81DE-418A-94DB-67B66C6E1FB5}" type="pres">
      <dgm:prSet presAssocID="{35130466-ECFA-40DD-AB93-B3AA1908BDE6}" presName="bgRect" presStyleLbl="bgShp" presStyleIdx="3" presStyleCnt="5"/>
      <dgm:spPr/>
    </dgm:pt>
    <dgm:pt modelId="{8D2E3BCF-F7A8-4AFA-BD1B-1FF7C29CEC13}" type="pres">
      <dgm:prSet presAssocID="{35130466-ECFA-40DD-AB93-B3AA1908BDE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isk"/>
        </a:ext>
      </dgm:extLst>
    </dgm:pt>
    <dgm:pt modelId="{0098B00E-0FF8-4433-8F3A-8A2B9B68F2BB}" type="pres">
      <dgm:prSet presAssocID="{35130466-ECFA-40DD-AB93-B3AA1908BDE6}" presName="spaceRect" presStyleCnt="0"/>
      <dgm:spPr/>
    </dgm:pt>
    <dgm:pt modelId="{1B61C2F5-A04C-4873-9A75-B939349644C7}" type="pres">
      <dgm:prSet presAssocID="{35130466-ECFA-40DD-AB93-B3AA1908BDE6}" presName="parTx" presStyleLbl="revTx" presStyleIdx="3" presStyleCnt="5">
        <dgm:presLayoutVars>
          <dgm:chMax val="0"/>
          <dgm:chPref val="0"/>
        </dgm:presLayoutVars>
      </dgm:prSet>
      <dgm:spPr/>
    </dgm:pt>
    <dgm:pt modelId="{CD2CAB84-905E-484F-B0E8-ADA961A8F978}" type="pres">
      <dgm:prSet presAssocID="{A887A337-7A4F-4BC4-8F87-1A17C7585DC3}" presName="sibTrans" presStyleCnt="0"/>
      <dgm:spPr/>
    </dgm:pt>
    <dgm:pt modelId="{0D73464B-987D-44DC-B9D1-BF7BD7B19FFF}" type="pres">
      <dgm:prSet presAssocID="{869BB17B-2126-4FB8-AEEC-6E9920ED74BF}" presName="compNode" presStyleCnt="0"/>
      <dgm:spPr/>
    </dgm:pt>
    <dgm:pt modelId="{D3C12C6D-CF4A-4AF1-9F63-F71361C50FB7}" type="pres">
      <dgm:prSet presAssocID="{869BB17B-2126-4FB8-AEEC-6E9920ED74BF}" presName="bgRect" presStyleLbl="bgShp" presStyleIdx="4" presStyleCnt="5"/>
      <dgm:spPr/>
    </dgm:pt>
    <dgm:pt modelId="{484797D2-3D42-47A3-A7CD-ABD1D02F8BB5}" type="pres">
      <dgm:prSet presAssocID="{869BB17B-2126-4FB8-AEEC-6E9920ED74BF}"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hredder"/>
        </a:ext>
      </dgm:extLst>
    </dgm:pt>
    <dgm:pt modelId="{7EE1CAB6-BD18-4A48-A76D-C8053F7E0106}" type="pres">
      <dgm:prSet presAssocID="{869BB17B-2126-4FB8-AEEC-6E9920ED74BF}" presName="spaceRect" presStyleCnt="0"/>
      <dgm:spPr/>
    </dgm:pt>
    <dgm:pt modelId="{B04E6242-8E5E-428E-89FB-B4AE1A9B2DA9}" type="pres">
      <dgm:prSet presAssocID="{869BB17B-2126-4FB8-AEEC-6E9920ED74BF}" presName="parTx" presStyleLbl="revTx" presStyleIdx="4" presStyleCnt="5">
        <dgm:presLayoutVars>
          <dgm:chMax val="0"/>
          <dgm:chPref val="0"/>
        </dgm:presLayoutVars>
      </dgm:prSet>
      <dgm:spPr/>
    </dgm:pt>
  </dgm:ptLst>
  <dgm:cxnLst>
    <dgm:cxn modelId="{E4003F13-B507-49AA-9484-387B7E338101}" type="presOf" srcId="{9ED2AD10-72F5-4C14-9CE3-E28B8E2D966A}" destId="{C7501E87-2F62-46D0-9FE3-1EDE673E416A}" srcOrd="0" destOrd="0" presId="urn:microsoft.com/office/officeart/2018/2/layout/IconVerticalSolidList"/>
    <dgm:cxn modelId="{59D3AB13-89A4-4D27-AFB5-ED05B1958EEF}" type="presOf" srcId="{8D12FA2C-F24E-4DB3-A811-BAF85220FC1E}" destId="{F23E48FA-599D-44BF-B671-BA4F81AD45DC}" srcOrd="0" destOrd="0" presId="urn:microsoft.com/office/officeart/2018/2/layout/IconVerticalSolidList"/>
    <dgm:cxn modelId="{775FB81B-3F91-43EC-9DC4-83E71087C582}" srcId="{9ED2AD10-72F5-4C14-9CE3-E28B8E2D966A}" destId="{35130466-ECFA-40DD-AB93-B3AA1908BDE6}" srcOrd="3" destOrd="0" parTransId="{7D101785-698E-4410-B58D-23FC617FCB50}" sibTransId="{A887A337-7A4F-4BC4-8F87-1A17C7585DC3}"/>
    <dgm:cxn modelId="{64510A20-DBF0-43DC-8293-31227DCE777A}" type="presOf" srcId="{F15580C8-5978-4BB1-86EE-EF2D1E0176B1}" destId="{B30E41C6-2EC3-43C0-AB88-D0B245ECEF81}" srcOrd="0" destOrd="0" presId="urn:microsoft.com/office/officeart/2018/2/layout/IconVerticalSolidList"/>
    <dgm:cxn modelId="{5C8BD05E-F75C-40AA-92D9-A4A19AF77950}" srcId="{9ED2AD10-72F5-4C14-9CE3-E28B8E2D966A}" destId="{8D12FA2C-F24E-4DB3-A811-BAF85220FC1E}" srcOrd="2" destOrd="0" parTransId="{A1B6B0EE-158E-452D-9A8A-8BDD4B95E20A}" sibTransId="{2B8C022A-D398-4F22-A100-188D9F4B4633}"/>
    <dgm:cxn modelId="{3330A163-8430-40C9-A141-B8A37F754FE8}" srcId="{9ED2AD10-72F5-4C14-9CE3-E28B8E2D966A}" destId="{F15580C8-5978-4BB1-86EE-EF2D1E0176B1}" srcOrd="1" destOrd="0" parTransId="{F74A73BE-822F-4ED1-A749-5D347425C968}" sibTransId="{9DBC6618-2598-47EC-872A-6F6EEFB65690}"/>
    <dgm:cxn modelId="{5EBB2A67-7E14-4EAD-B44F-8D089E9CAC17}" srcId="{9ED2AD10-72F5-4C14-9CE3-E28B8E2D966A}" destId="{859B5269-E5E8-4322-BCE1-8C7CD740578E}" srcOrd="0" destOrd="0" parTransId="{1A7BCFC6-F04E-44BF-8074-A53D266E0CA9}" sibTransId="{9A35C964-C7B5-40A9-86BE-92C615F01F64}"/>
    <dgm:cxn modelId="{68B37A8B-90D5-4EE2-AC46-BB2D1ACA18C8}" type="presOf" srcId="{859B5269-E5E8-4322-BCE1-8C7CD740578E}" destId="{369AC54E-F598-4F40-A62E-7CFB5150571D}" srcOrd="0" destOrd="0" presId="urn:microsoft.com/office/officeart/2018/2/layout/IconVerticalSolidList"/>
    <dgm:cxn modelId="{C22B43B4-50C3-4EA5-AF7A-9D8B1E203013}" type="presOf" srcId="{869BB17B-2126-4FB8-AEEC-6E9920ED74BF}" destId="{B04E6242-8E5E-428E-89FB-B4AE1A9B2DA9}" srcOrd="0" destOrd="0" presId="urn:microsoft.com/office/officeart/2018/2/layout/IconVerticalSolidList"/>
    <dgm:cxn modelId="{2DB123BF-5201-4C36-9E73-9C374735C2EB}" type="presOf" srcId="{35130466-ECFA-40DD-AB93-B3AA1908BDE6}" destId="{1B61C2F5-A04C-4873-9A75-B939349644C7}" srcOrd="0" destOrd="0" presId="urn:microsoft.com/office/officeart/2018/2/layout/IconVerticalSolidList"/>
    <dgm:cxn modelId="{FA548FC7-0410-4B3A-9BED-0E21F125E5E5}" srcId="{9ED2AD10-72F5-4C14-9CE3-E28B8E2D966A}" destId="{869BB17B-2126-4FB8-AEEC-6E9920ED74BF}" srcOrd="4" destOrd="0" parTransId="{A3935E68-0983-4352-80DF-137C8A5BC01D}" sibTransId="{1EDA26E7-E36C-4507-9546-F54329852B60}"/>
    <dgm:cxn modelId="{0C643346-994A-42A8-B6F5-DDA3D3D49B44}" type="presParOf" srcId="{C7501E87-2F62-46D0-9FE3-1EDE673E416A}" destId="{7B5E2068-C0DE-460A-AC6B-81F441C205DD}" srcOrd="0" destOrd="0" presId="urn:microsoft.com/office/officeart/2018/2/layout/IconVerticalSolidList"/>
    <dgm:cxn modelId="{6681C4F6-0949-4D57-AC48-DAFE39974E10}" type="presParOf" srcId="{7B5E2068-C0DE-460A-AC6B-81F441C205DD}" destId="{C7BC33B4-28EE-4A1E-B148-5A8E2021D0F9}" srcOrd="0" destOrd="0" presId="urn:microsoft.com/office/officeart/2018/2/layout/IconVerticalSolidList"/>
    <dgm:cxn modelId="{B47B775A-1046-4A21-A2D2-8A6015E4CFBF}" type="presParOf" srcId="{7B5E2068-C0DE-460A-AC6B-81F441C205DD}" destId="{F1B26C5A-D5EF-4270-AF7A-A89C1C114C41}" srcOrd="1" destOrd="0" presId="urn:microsoft.com/office/officeart/2018/2/layout/IconVerticalSolidList"/>
    <dgm:cxn modelId="{4479E420-34DC-45A6-9B77-3D61E614837D}" type="presParOf" srcId="{7B5E2068-C0DE-460A-AC6B-81F441C205DD}" destId="{883DA259-9A56-43E8-A5FF-365DCDC00F21}" srcOrd="2" destOrd="0" presId="urn:microsoft.com/office/officeart/2018/2/layout/IconVerticalSolidList"/>
    <dgm:cxn modelId="{05EE7043-F2C3-4BF5-A9DF-FCAC7D3E91C3}" type="presParOf" srcId="{7B5E2068-C0DE-460A-AC6B-81F441C205DD}" destId="{369AC54E-F598-4F40-A62E-7CFB5150571D}" srcOrd="3" destOrd="0" presId="urn:microsoft.com/office/officeart/2018/2/layout/IconVerticalSolidList"/>
    <dgm:cxn modelId="{1C1118F1-9B30-4C9B-8C56-994B4C74F448}" type="presParOf" srcId="{C7501E87-2F62-46D0-9FE3-1EDE673E416A}" destId="{87A04B77-412E-46DB-8F8E-E44A88EDDA40}" srcOrd="1" destOrd="0" presId="urn:microsoft.com/office/officeart/2018/2/layout/IconVerticalSolidList"/>
    <dgm:cxn modelId="{A434E259-6B95-4C42-BD71-0658071C88AF}" type="presParOf" srcId="{C7501E87-2F62-46D0-9FE3-1EDE673E416A}" destId="{F395ED52-1957-430E-8B0A-919A7396875C}" srcOrd="2" destOrd="0" presId="urn:microsoft.com/office/officeart/2018/2/layout/IconVerticalSolidList"/>
    <dgm:cxn modelId="{212A77EC-3A50-4A78-B12F-39DB778A55A7}" type="presParOf" srcId="{F395ED52-1957-430E-8B0A-919A7396875C}" destId="{CF488D72-8C8E-4FA1-B090-F15C1967964C}" srcOrd="0" destOrd="0" presId="urn:microsoft.com/office/officeart/2018/2/layout/IconVerticalSolidList"/>
    <dgm:cxn modelId="{B2066D58-9E32-40A4-BDD1-14A5EECC7355}" type="presParOf" srcId="{F395ED52-1957-430E-8B0A-919A7396875C}" destId="{3100DE52-24C6-440B-9B75-77482465B14E}" srcOrd="1" destOrd="0" presId="urn:microsoft.com/office/officeart/2018/2/layout/IconVerticalSolidList"/>
    <dgm:cxn modelId="{1A409248-306F-4259-BF38-75521FB1CB27}" type="presParOf" srcId="{F395ED52-1957-430E-8B0A-919A7396875C}" destId="{3F77F2D2-DCF0-49FD-AA1C-56B878506661}" srcOrd="2" destOrd="0" presId="urn:microsoft.com/office/officeart/2018/2/layout/IconVerticalSolidList"/>
    <dgm:cxn modelId="{B211AF4B-B317-444E-886E-845359B8D067}" type="presParOf" srcId="{F395ED52-1957-430E-8B0A-919A7396875C}" destId="{B30E41C6-2EC3-43C0-AB88-D0B245ECEF81}" srcOrd="3" destOrd="0" presId="urn:microsoft.com/office/officeart/2018/2/layout/IconVerticalSolidList"/>
    <dgm:cxn modelId="{52CAD15F-58B9-4F50-9D11-7933CAA0BCF8}" type="presParOf" srcId="{C7501E87-2F62-46D0-9FE3-1EDE673E416A}" destId="{19BE9564-DDEC-4236-9BE1-5CA9D231FCD0}" srcOrd="3" destOrd="0" presId="urn:microsoft.com/office/officeart/2018/2/layout/IconVerticalSolidList"/>
    <dgm:cxn modelId="{94DDA0B8-EFFA-4F68-83C5-167209DF3D29}" type="presParOf" srcId="{C7501E87-2F62-46D0-9FE3-1EDE673E416A}" destId="{BE59033F-EE1A-449D-88D5-0FA6AD47FED9}" srcOrd="4" destOrd="0" presId="urn:microsoft.com/office/officeart/2018/2/layout/IconVerticalSolidList"/>
    <dgm:cxn modelId="{F75D7FBA-E9B3-46C5-A692-4B257C646CAC}" type="presParOf" srcId="{BE59033F-EE1A-449D-88D5-0FA6AD47FED9}" destId="{423BF692-032F-42DA-B91B-CEC45E2540D9}" srcOrd="0" destOrd="0" presId="urn:microsoft.com/office/officeart/2018/2/layout/IconVerticalSolidList"/>
    <dgm:cxn modelId="{2143327F-A465-4993-8ECF-68DD558BE9AD}" type="presParOf" srcId="{BE59033F-EE1A-449D-88D5-0FA6AD47FED9}" destId="{46A6E82C-0510-4828-803B-5447277CD88D}" srcOrd="1" destOrd="0" presId="urn:microsoft.com/office/officeart/2018/2/layout/IconVerticalSolidList"/>
    <dgm:cxn modelId="{60966166-1855-415F-8B2F-1829947CBEB9}" type="presParOf" srcId="{BE59033F-EE1A-449D-88D5-0FA6AD47FED9}" destId="{7C083693-7D60-4872-8805-3667849A6825}" srcOrd="2" destOrd="0" presId="urn:microsoft.com/office/officeart/2018/2/layout/IconVerticalSolidList"/>
    <dgm:cxn modelId="{7420D135-5C71-421D-B0F8-A26589109E5A}" type="presParOf" srcId="{BE59033F-EE1A-449D-88D5-0FA6AD47FED9}" destId="{F23E48FA-599D-44BF-B671-BA4F81AD45DC}" srcOrd="3" destOrd="0" presId="urn:microsoft.com/office/officeart/2018/2/layout/IconVerticalSolidList"/>
    <dgm:cxn modelId="{A37461A4-25DE-40B8-BEEB-8446FA98BC07}" type="presParOf" srcId="{C7501E87-2F62-46D0-9FE3-1EDE673E416A}" destId="{AD2AD708-F6FC-4508-AA08-1E0BEC550A21}" srcOrd="5" destOrd="0" presId="urn:microsoft.com/office/officeart/2018/2/layout/IconVerticalSolidList"/>
    <dgm:cxn modelId="{37B3B387-15FE-43A7-A6AB-4AB15BAA8916}" type="presParOf" srcId="{C7501E87-2F62-46D0-9FE3-1EDE673E416A}" destId="{45FB52CA-5B16-4906-8527-C8A4C1E81758}" srcOrd="6" destOrd="0" presId="urn:microsoft.com/office/officeart/2018/2/layout/IconVerticalSolidList"/>
    <dgm:cxn modelId="{68F9A3B3-ACFF-456B-8FF8-BBF8C2DAF466}" type="presParOf" srcId="{45FB52CA-5B16-4906-8527-C8A4C1E81758}" destId="{CE25ED3E-81DE-418A-94DB-67B66C6E1FB5}" srcOrd="0" destOrd="0" presId="urn:microsoft.com/office/officeart/2018/2/layout/IconVerticalSolidList"/>
    <dgm:cxn modelId="{A00E44CE-4653-4846-BDF1-C588B7CEEB02}" type="presParOf" srcId="{45FB52CA-5B16-4906-8527-C8A4C1E81758}" destId="{8D2E3BCF-F7A8-4AFA-BD1B-1FF7C29CEC13}" srcOrd="1" destOrd="0" presId="urn:microsoft.com/office/officeart/2018/2/layout/IconVerticalSolidList"/>
    <dgm:cxn modelId="{16B95865-23AE-44CF-8171-AF89D58F47F0}" type="presParOf" srcId="{45FB52CA-5B16-4906-8527-C8A4C1E81758}" destId="{0098B00E-0FF8-4433-8F3A-8A2B9B68F2BB}" srcOrd="2" destOrd="0" presId="urn:microsoft.com/office/officeart/2018/2/layout/IconVerticalSolidList"/>
    <dgm:cxn modelId="{557C7F3D-7135-48CC-941F-5692A9CF77B9}" type="presParOf" srcId="{45FB52CA-5B16-4906-8527-C8A4C1E81758}" destId="{1B61C2F5-A04C-4873-9A75-B939349644C7}" srcOrd="3" destOrd="0" presId="urn:microsoft.com/office/officeart/2018/2/layout/IconVerticalSolidList"/>
    <dgm:cxn modelId="{50A6B557-2139-4B86-A58C-3D4E492F1AE8}" type="presParOf" srcId="{C7501E87-2F62-46D0-9FE3-1EDE673E416A}" destId="{CD2CAB84-905E-484F-B0E8-ADA961A8F978}" srcOrd="7" destOrd="0" presId="urn:microsoft.com/office/officeart/2018/2/layout/IconVerticalSolidList"/>
    <dgm:cxn modelId="{283E2B83-D18C-4CA3-9F2F-25E056537132}" type="presParOf" srcId="{C7501E87-2F62-46D0-9FE3-1EDE673E416A}" destId="{0D73464B-987D-44DC-B9D1-BF7BD7B19FFF}" srcOrd="8" destOrd="0" presId="urn:microsoft.com/office/officeart/2018/2/layout/IconVerticalSolidList"/>
    <dgm:cxn modelId="{4242EBDB-BB47-4BBB-A640-9A01F6E260DD}" type="presParOf" srcId="{0D73464B-987D-44DC-B9D1-BF7BD7B19FFF}" destId="{D3C12C6D-CF4A-4AF1-9F63-F71361C50FB7}" srcOrd="0" destOrd="0" presId="urn:microsoft.com/office/officeart/2018/2/layout/IconVerticalSolidList"/>
    <dgm:cxn modelId="{90484F02-8397-497A-8DC3-B1EFD6218B28}" type="presParOf" srcId="{0D73464B-987D-44DC-B9D1-BF7BD7B19FFF}" destId="{484797D2-3D42-47A3-A7CD-ABD1D02F8BB5}" srcOrd="1" destOrd="0" presId="urn:microsoft.com/office/officeart/2018/2/layout/IconVerticalSolidList"/>
    <dgm:cxn modelId="{1DF10AAA-D421-4CCF-8CBC-AF3A27972213}" type="presParOf" srcId="{0D73464B-987D-44DC-B9D1-BF7BD7B19FFF}" destId="{7EE1CAB6-BD18-4A48-A76D-C8053F7E0106}" srcOrd="2" destOrd="0" presId="urn:microsoft.com/office/officeart/2018/2/layout/IconVerticalSolidList"/>
    <dgm:cxn modelId="{1A1FAB85-5061-4186-844E-E1CD2BAE195F}" type="presParOf" srcId="{0D73464B-987D-44DC-B9D1-BF7BD7B19FFF}" destId="{B04E6242-8E5E-428E-89FB-B4AE1A9B2DA9}"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1B5FEA5-1A54-477B-AA78-38973ED4F73B}" type="doc">
      <dgm:prSet loTypeId="urn:microsoft.com/office/officeart/2008/layout/LinedList" loCatId="list" qsTypeId="urn:microsoft.com/office/officeart/2005/8/quickstyle/simple1" qsCatId="simple" csTypeId="urn:microsoft.com/office/officeart/2005/8/colors/accent0_3" csCatId="mainScheme"/>
      <dgm:spPr/>
      <dgm:t>
        <a:bodyPr/>
        <a:lstStyle/>
        <a:p>
          <a:endParaRPr lang="en-US"/>
        </a:p>
      </dgm:t>
    </dgm:pt>
    <dgm:pt modelId="{79C2DCAC-E408-4706-AA1C-3574D8A2D768}">
      <dgm:prSet/>
      <dgm:spPr/>
      <dgm:t>
        <a:bodyPr/>
        <a:lstStyle/>
        <a:p>
          <a:r>
            <a:rPr lang="en-US"/>
            <a:t>• Read ‘Ethical Use of Data: Scenarios for Discussion’, Scenario 1.</a:t>
          </a:r>
        </a:p>
      </dgm:t>
    </dgm:pt>
    <dgm:pt modelId="{A1938B44-9E11-40B6-BEFA-025B27582A15}" type="parTrans" cxnId="{0C23707F-EA45-4C13-BF04-CDB68BBDDF33}">
      <dgm:prSet/>
      <dgm:spPr/>
      <dgm:t>
        <a:bodyPr/>
        <a:lstStyle/>
        <a:p>
          <a:endParaRPr lang="en-US"/>
        </a:p>
      </dgm:t>
    </dgm:pt>
    <dgm:pt modelId="{14FCA769-CE7F-41CE-B06A-27BC86F41983}" type="sibTrans" cxnId="{0C23707F-EA45-4C13-BF04-CDB68BBDDF33}">
      <dgm:prSet/>
      <dgm:spPr/>
      <dgm:t>
        <a:bodyPr/>
        <a:lstStyle/>
        <a:p>
          <a:endParaRPr lang="en-US"/>
        </a:p>
      </dgm:t>
    </dgm:pt>
    <dgm:pt modelId="{F44800E0-5FB3-4380-82F9-67F3742968E3}">
      <dgm:prSet/>
      <dgm:spPr/>
      <dgm:t>
        <a:bodyPr/>
        <a:lstStyle/>
        <a:p>
          <a:r>
            <a:rPr lang="en-US"/>
            <a:t>• Identify benefits of predictive analytics in education.</a:t>
          </a:r>
        </a:p>
      </dgm:t>
    </dgm:pt>
    <dgm:pt modelId="{D7F87FEE-0D7A-4E47-B2C3-D7A0CA8C6DEB}" type="parTrans" cxnId="{9BBE7B9A-DFD8-47AC-A4F9-04F2171FE1B7}">
      <dgm:prSet/>
      <dgm:spPr/>
      <dgm:t>
        <a:bodyPr/>
        <a:lstStyle/>
        <a:p>
          <a:endParaRPr lang="en-US"/>
        </a:p>
      </dgm:t>
    </dgm:pt>
    <dgm:pt modelId="{8654CFB0-A058-49FA-B741-21F9F90ECD83}" type="sibTrans" cxnId="{9BBE7B9A-DFD8-47AC-A4F9-04F2171FE1B7}">
      <dgm:prSet/>
      <dgm:spPr/>
      <dgm:t>
        <a:bodyPr/>
        <a:lstStyle/>
        <a:p>
          <a:endParaRPr lang="en-US"/>
        </a:p>
      </dgm:t>
    </dgm:pt>
    <dgm:pt modelId="{28FB90CF-1E99-48CE-AB47-F4747EE00F26}">
      <dgm:prSet/>
      <dgm:spPr/>
      <dgm:t>
        <a:bodyPr/>
        <a:lstStyle/>
        <a:p>
          <a:r>
            <a:rPr lang="en-US"/>
            <a:t>• Reflect on potential harms: privacy, bias, consent.</a:t>
          </a:r>
        </a:p>
      </dgm:t>
    </dgm:pt>
    <dgm:pt modelId="{A6E36954-07F6-4F35-A05A-080BFC579AE7}" type="parTrans" cxnId="{CFD29B7B-9205-4BD4-8FA2-EFC31C21391E}">
      <dgm:prSet/>
      <dgm:spPr/>
      <dgm:t>
        <a:bodyPr/>
        <a:lstStyle/>
        <a:p>
          <a:endParaRPr lang="en-US"/>
        </a:p>
      </dgm:t>
    </dgm:pt>
    <dgm:pt modelId="{F38FF2BA-DC0C-4E09-9866-6C4F867D85DC}" type="sibTrans" cxnId="{CFD29B7B-9205-4BD4-8FA2-EFC31C21391E}">
      <dgm:prSet/>
      <dgm:spPr/>
      <dgm:t>
        <a:bodyPr/>
        <a:lstStyle/>
        <a:p>
          <a:endParaRPr lang="en-US"/>
        </a:p>
      </dgm:t>
    </dgm:pt>
    <dgm:pt modelId="{C57749B3-2F27-4253-9C92-ADADDBB3BD42}">
      <dgm:prSet/>
      <dgm:spPr/>
      <dgm:t>
        <a:bodyPr/>
        <a:lstStyle/>
        <a:p>
          <a:r>
            <a:rPr lang="en-US"/>
            <a:t>• Propose safeguards: transparency, audits, minimisation.</a:t>
          </a:r>
        </a:p>
      </dgm:t>
    </dgm:pt>
    <dgm:pt modelId="{3B4A0B47-9D5E-4731-982E-42A883CE8343}" type="parTrans" cxnId="{0323205A-C71A-4B58-AB09-21B6A4CE7511}">
      <dgm:prSet/>
      <dgm:spPr/>
      <dgm:t>
        <a:bodyPr/>
        <a:lstStyle/>
        <a:p>
          <a:endParaRPr lang="en-US"/>
        </a:p>
      </dgm:t>
    </dgm:pt>
    <dgm:pt modelId="{4F07EF84-E9BD-4610-A8B3-B1BDCA7171B0}" type="sibTrans" cxnId="{0323205A-C71A-4B58-AB09-21B6A4CE7511}">
      <dgm:prSet/>
      <dgm:spPr/>
      <dgm:t>
        <a:bodyPr/>
        <a:lstStyle/>
        <a:p>
          <a:endParaRPr lang="en-US"/>
        </a:p>
      </dgm:t>
    </dgm:pt>
    <dgm:pt modelId="{19741454-7156-41D0-9AEF-C0A00C006340}">
      <dgm:prSet/>
      <dgm:spPr/>
      <dgm:t>
        <a:bodyPr/>
        <a:lstStyle/>
        <a:p>
          <a:r>
            <a:rPr lang="en-US"/>
            <a:t>• Write 1–2 paragraphs connecting to CIA triad and risk vocabulary.</a:t>
          </a:r>
        </a:p>
      </dgm:t>
    </dgm:pt>
    <dgm:pt modelId="{B86FFC5E-5515-40C3-AB27-FD3CD3D500C5}" type="parTrans" cxnId="{6ABB3428-9116-41FD-BD62-5AB11CCAF963}">
      <dgm:prSet/>
      <dgm:spPr/>
      <dgm:t>
        <a:bodyPr/>
        <a:lstStyle/>
        <a:p>
          <a:endParaRPr lang="en-US"/>
        </a:p>
      </dgm:t>
    </dgm:pt>
    <dgm:pt modelId="{A707EDB7-7A59-4B70-A2B4-F260004DD1B8}" type="sibTrans" cxnId="{6ABB3428-9116-41FD-BD62-5AB11CCAF963}">
      <dgm:prSet/>
      <dgm:spPr/>
      <dgm:t>
        <a:bodyPr/>
        <a:lstStyle/>
        <a:p>
          <a:endParaRPr lang="en-US"/>
        </a:p>
      </dgm:t>
    </dgm:pt>
    <dgm:pt modelId="{283EF396-3819-8B4C-81C4-70DF92EF7F33}" type="pres">
      <dgm:prSet presAssocID="{91B5FEA5-1A54-477B-AA78-38973ED4F73B}" presName="vert0" presStyleCnt="0">
        <dgm:presLayoutVars>
          <dgm:dir/>
          <dgm:animOne val="branch"/>
          <dgm:animLvl val="lvl"/>
        </dgm:presLayoutVars>
      </dgm:prSet>
      <dgm:spPr/>
    </dgm:pt>
    <dgm:pt modelId="{2D93F4A2-2708-E548-88D4-FD9AB5514102}" type="pres">
      <dgm:prSet presAssocID="{79C2DCAC-E408-4706-AA1C-3574D8A2D768}" presName="thickLine" presStyleLbl="alignNode1" presStyleIdx="0" presStyleCnt="5"/>
      <dgm:spPr/>
    </dgm:pt>
    <dgm:pt modelId="{2EAEC497-C052-2E4A-A2A9-912FF663C877}" type="pres">
      <dgm:prSet presAssocID="{79C2DCAC-E408-4706-AA1C-3574D8A2D768}" presName="horz1" presStyleCnt="0"/>
      <dgm:spPr/>
    </dgm:pt>
    <dgm:pt modelId="{8C146006-4775-2749-B82B-964D16577CA4}" type="pres">
      <dgm:prSet presAssocID="{79C2DCAC-E408-4706-AA1C-3574D8A2D768}" presName="tx1" presStyleLbl="revTx" presStyleIdx="0" presStyleCnt="5"/>
      <dgm:spPr/>
    </dgm:pt>
    <dgm:pt modelId="{F41553B6-2C14-0141-943E-0D517EAC75D5}" type="pres">
      <dgm:prSet presAssocID="{79C2DCAC-E408-4706-AA1C-3574D8A2D768}" presName="vert1" presStyleCnt="0"/>
      <dgm:spPr/>
    </dgm:pt>
    <dgm:pt modelId="{EAA60281-CEA1-7C42-B44F-BDBD9505E269}" type="pres">
      <dgm:prSet presAssocID="{F44800E0-5FB3-4380-82F9-67F3742968E3}" presName="thickLine" presStyleLbl="alignNode1" presStyleIdx="1" presStyleCnt="5"/>
      <dgm:spPr/>
    </dgm:pt>
    <dgm:pt modelId="{41788B06-2BDE-0145-8DFF-D2C7989A8A4F}" type="pres">
      <dgm:prSet presAssocID="{F44800E0-5FB3-4380-82F9-67F3742968E3}" presName="horz1" presStyleCnt="0"/>
      <dgm:spPr/>
    </dgm:pt>
    <dgm:pt modelId="{D4A72B43-9782-EC48-B25C-6960AE20AD60}" type="pres">
      <dgm:prSet presAssocID="{F44800E0-5FB3-4380-82F9-67F3742968E3}" presName="tx1" presStyleLbl="revTx" presStyleIdx="1" presStyleCnt="5"/>
      <dgm:spPr/>
    </dgm:pt>
    <dgm:pt modelId="{CFEB849E-0029-F942-A5F2-91C40E00E2B6}" type="pres">
      <dgm:prSet presAssocID="{F44800E0-5FB3-4380-82F9-67F3742968E3}" presName="vert1" presStyleCnt="0"/>
      <dgm:spPr/>
    </dgm:pt>
    <dgm:pt modelId="{7510DDDF-9643-7144-BA9E-78EF3518E8B9}" type="pres">
      <dgm:prSet presAssocID="{28FB90CF-1E99-48CE-AB47-F4747EE00F26}" presName="thickLine" presStyleLbl="alignNode1" presStyleIdx="2" presStyleCnt="5"/>
      <dgm:spPr/>
    </dgm:pt>
    <dgm:pt modelId="{6F0CB95A-EB1F-B444-AE7F-76DEC6C41226}" type="pres">
      <dgm:prSet presAssocID="{28FB90CF-1E99-48CE-AB47-F4747EE00F26}" presName="horz1" presStyleCnt="0"/>
      <dgm:spPr/>
    </dgm:pt>
    <dgm:pt modelId="{2D84C119-2E1E-B740-A368-ABEACC191D7A}" type="pres">
      <dgm:prSet presAssocID="{28FB90CF-1E99-48CE-AB47-F4747EE00F26}" presName="tx1" presStyleLbl="revTx" presStyleIdx="2" presStyleCnt="5"/>
      <dgm:spPr/>
    </dgm:pt>
    <dgm:pt modelId="{44E355D6-1BF3-7E4C-B621-76E623C87C8E}" type="pres">
      <dgm:prSet presAssocID="{28FB90CF-1E99-48CE-AB47-F4747EE00F26}" presName="vert1" presStyleCnt="0"/>
      <dgm:spPr/>
    </dgm:pt>
    <dgm:pt modelId="{B9B3C499-1BFE-CF40-AB12-A4384EB825EC}" type="pres">
      <dgm:prSet presAssocID="{C57749B3-2F27-4253-9C92-ADADDBB3BD42}" presName="thickLine" presStyleLbl="alignNode1" presStyleIdx="3" presStyleCnt="5"/>
      <dgm:spPr/>
    </dgm:pt>
    <dgm:pt modelId="{58118EDA-B75E-DF45-8ADC-55AB42F5B58E}" type="pres">
      <dgm:prSet presAssocID="{C57749B3-2F27-4253-9C92-ADADDBB3BD42}" presName="horz1" presStyleCnt="0"/>
      <dgm:spPr/>
    </dgm:pt>
    <dgm:pt modelId="{2867FD31-FFAB-B84A-8326-F060D5AF18EF}" type="pres">
      <dgm:prSet presAssocID="{C57749B3-2F27-4253-9C92-ADADDBB3BD42}" presName="tx1" presStyleLbl="revTx" presStyleIdx="3" presStyleCnt="5"/>
      <dgm:spPr/>
    </dgm:pt>
    <dgm:pt modelId="{779FA21D-B144-274B-B432-4AC17B68AB7E}" type="pres">
      <dgm:prSet presAssocID="{C57749B3-2F27-4253-9C92-ADADDBB3BD42}" presName="vert1" presStyleCnt="0"/>
      <dgm:spPr/>
    </dgm:pt>
    <dgm:pt modelId="{480136DA-AF10-B14A-877E-D8358969BF60}" type="pres">
      <dgm:prSet presAssocID="{19741454-7156-41D0-9AEF-C0A00C006340}" presName="thickLine" presStyleLbl="alignNode1" presStyleIdx="4" presStyleCnt="5"/>
      <dgm:spPr/>
    </dgm:pt>
    <dgm:pt modelId="{02709497-EBE8-1645-97AF-59154D489D34}" type="pres">
      <dgm:prSet presAssocID="{19741454-7156-41D0-9AEF-C0A00C006340}" presName="horz1" presStyleCnt="0"/>
      <dgm:spPr/>
    </dgm:pt>
    <dgm:pt modelId="{F3571F30-7746-F34F-90DC-1C68DF94423F}" type="pres">
      <dgm:prSet presAssocID="{19741454-7156-41D0-9AEF-C0A00C006340}" presName="tx1" presStyleLbl="revTx" presStyleIdx="4" presStyleCnt="5"/>
      <dgm:spPr/>
    </dgm:pt>
    <dgm:pt modelId="{A1DBF699-B304-1745-8E72-EB2E1F3BC283}" type="pres">
      <dgm:prSet presAssocID="{19741454-7156-41D0-9AEF-C0A00C006340}" presName="vert1" presStyleCnt="0"/>
      <dgm:spPr/>
    </dgm:pt>
  </dgm:ptLst>
  <dgm:cxnLst>
    <dgm:cxn modelId="{6ABB3428-9116-41FD-BD62-5AB11CCAF963}" srcId="{91B5FEA5-1A54-477B-AA78-38973ED4F73B}" destId="{19741454-7156-41D0-9AEF-C0A00C006340}" srcOrd="4" destOrd="0" parTransId="{B86FFC5E-5515-40C3-AB27-FD3CD3D500C5}" sibTransId="{A707EDB7-7A59-4B70-A2B4-F260004DD1B8}"/>
    <dgm:cxn modelId="{0323205A-C71A-4B58-AB09-21B6A4CE7511}" srcId="{91B5FEA5-1A54-477B-AA78-38973ED4F73B}" destId="{C57749B3-2F27-4253-9C92-ADADDBB3BD42}" srcOrd="3" destOrd="0" parTransId="{3B4A0B47-9D5E-4731-982E-42A883CE8343}" sibTransId="{4F07EF84-E9BD-4610-A8B3-B1BDCA7171B0}"/>
    <dgm:cxn modelId="{3DFD0E68-ED8F-1040-B8FC-3E3065ECEF3A}" type="presOf" srcId="{91B5FEA5-1A54-477B-AA78-38973ED4F73B}" destId="{283EF396-3819-8B4C-81C4-70DF92EF7F33}" srcOrd="0" destOrd="0" presId="urn:microsoft.com/office/officeart/2008/layout/LinedList"/>
    <dgm:cxn modelId="{CFD29B7B-9205-4BD4-8FA2-EFC31C21391E}" srcId="{91B5FEA5-1A54-477B-AA78-38973ED4F73B}" destId="{28FB90CF-1E99-48CE-AB47-F4747EE00F26}" srcOrd="2" destOrd="0" parTransId="{A6E36954-07F6-4F35-A05A-080BFC579AE7}" sibTransId="{F38FF2BA-DC0C-4E09-9866-6C4F867D85DC}"/>
    <dgm:cxn modelId="{0C23707F-EA45-4C13-BF04-CDB68BBDDF33}" srcId="{91B5FEA5-1A54-477B-AA78-38973ED4F73B}" destId="{79C2DCAC-E408-4706-AA1C-3574D8A2D768}" srcOrd="0" destOrd="0" parTransId="{A1938B44-9E11-40B6-BEFA-025B27582A15}" sibTransId="{14FCA769-CE7F-41CE-B06A-27BC86F41983}"/>
    <dgm:cxn modelId="{9BBE7B9A-DFD8-47AC-A4F9-04F2171FE1B7}" srcId="{91B5FEA5-1A54-477B-AA78-38973ED4F73B}" destId="{F44800E0-5FB3-4380-82F9-67F3742968E3}" srcOrd="1" destOrd="0" parTransId="{D7F87FEE-0D7A-4E47-B2C3-D7A0CA8C6DEB}" sibTransId="{8654CFB0-A058-49FA-B741-21F9F90ECD83}"/>
    <dgm:cxn modelId="{A52EF7A3-0D09-2143-9089-7FCECF9A2A31}" type="presOf" srcId="{28FB90CF-1E99-48CE-AB47-F4747EE00F26}" destId="{2D84C119-2E1E-B740-A368-ABEACC191D7A}" srcOrd="0" destOrd="0" presId="urn:microsoft.com/office/officeart/2008/layout/LinedList"/>
    <dgm:cxn modelId="{EDF3DCAB-C41F-2F48-A5C2-FC4F9CCC98FF}" type="presOf" srcId="{C57749B3-2F27-4253-9C92-ADADDBB3BD42}" destId="{2867FD31-FFAB-B84A-8326-F060D5AF18EF}" srcOrd="0" destOrd="0" presId="urn:microsoft.com/office/officeart/2008/layout/LinedList"/>
    <dgm:cxn modelId="{076EEDAD-8679-DF46-A53F-ECAB6336FEFF}" type="presOf" srcId="{19741454-7156-41D0-9AEF-C0A00C006340}" destId="{F3571F30-7746-F34F-90DC-1C68DF94423F}" srcOrd="0" destOrd="0" presId="urn:microsoft.com/office/officeart/2008/layout/LinedList"/>
    <dgm:cxn modelId="{ECDFD0B4-778F-664C-BFD0-2944DC015126}" type="presOf" srcId="{F44800E0-5FB3-4380-82F9-67F3742968E3}" destId="{D4A72B43-9782-EC48-B25C-6960AE20AD60}" srcOrd="0" destOrd="0" presId="urn:microsoft.com/office/officeart/2008/layout/LinedList"/>
    <dgm:cxn modelId="{30D83ADF-8D94-FE41-9E51-AD650C17BA5D}" type="presOf" srcId="{79C2DCAC-E408-4706-AA1C-3574D8A2D768}" destId="{8C146006-4775-2749-B82B-964D16577CA4}" srcOrd="0" destOrd="0" presId="urn:microsoft.com/office/officeart/2008/layout/LinedList"/>
    <dgm:cxn modelId="{F88F966D-A2A2-7A44-B101-56E27802BE83}" type="presParOf" srcId="{283EF396-3819-8B4C-81C4-70DF92EF7F33}" destId="{2D93F4A2-2708-E548-88D4-FD9AB5514102}" srcOrd="0" destOrd="0" presId="urn:microsoft.com/office/officeart/2008/layout/LinedList"/>
    <dgm:cxn modelId="{FFFFE129-4543-5B47-9604-C9437485E133}" type="presParOf" srcId="{283EF396-3819-8B4C-81C4-70DF92EF7F33}" destId="{2EAEC497-C052-2E4A-A2A9-912FF663C877}" srcOrd="1" destOrd="0" presId="urn:microsoft.com/office/officeart/2008/layout/LinedList"/>
    <dgm:cxn modelId="{A98DD832-DF68-D34B-8F5A-E533BF4A8485}" type="presParOf" srcId="{2EAEC497-C052-2E4A-A2A9-912FF663C877}" destId="{8C146006-4775-2749-B82B-964D16577CA4}" srcOrd="0" destOrd="0" presId="urn:microsoft.com/office/officeart/2008/layout/LinedList"/>
    <dgm:cxn modelId="{B8814585-94B7-F145-B177-A1CF53299CC1}" type="presParOf" srcId="{2EAEC497-C052-2E4A-A2A9-912FF663C877}" destId="{F41553B6-2C14-0141-943E-0D517EAC75D5}" srcOrd="1" destOrd="0" presId="urn:microsoft.com/office/officeart/2008/layout/LinedList"/>
    <dgm:cxn modelId="{DB64BCC3-4CE4-7745-96B2-A9974C2B355C}" type="presParOf" srcId="{283EF396-3819-8B4C-81C4-70DF92EF7F33}" destId="{EAA60281-CEA1-7C42-B44F-BDBD9505E269}" srcOrd="2" destOrd="0" presId="urn:microsoft.com/office/officeart/2008/layout/LinedList"/>
    <dgm:cxn modelId="{53A957D4-906A-3948-AD31-371CF41ABFAE}" type="presParOf" srcId="{283EF396-3819-8B4C-81C4-70DF92EF7F33}" destId="{41788B06-2BDE-0145-8DFF-D2C7989A8A4F}" srcOrd="3" destOrd="0" presId="urn:microsoft.com/office/officeart/2008/layout/LinedList"/>
    <dgm:cxn modelId="{0219F615-7205-9F42-9ABA-09214FD32E75}" type="presParOf" srcId="{41788B06-2BDE-0145-8DFF-D2C7989A8A4F}" destId="{D4A72B43-9782-EC48-B25C-6960AE20AD60}" srcOrd="0" destOrd="0" presId="urn:microsoft.com/office/officeart/2008/layout/LinedList"/>
    <dgm:cxn modelId="{9CAB866F-42C7-8B47-8C53-07E74FC6961C}" type="presParOf" srcId="{41788B06-2BDE-0145-8DFF-D2C7989A8A4F}" destId="{CFEB849E-0029-F942-A5F2-91C40E00E2B6}" srcOrd="1" destOrd="0" presId="urn:microsoft.com/office/officeart/2008/layout/LinedList"/>
    <dgm:cxn modelId="{9AD1BC6B-586A-3542-BD0A-E44D3D2EDC5D}" type="presParOf" srcId="{283EF396-3819-8B4C-81C4-70DF92EF7F33}" destId="{7510DDDF-9643-7144-BA9E-78EF3518E8B9}" srcOrd="4" destOrd="0" presId="urn:microsoft.com/office/officeart/2008/layout/LinedList"/>
    <dgm:cxn modelId="{F1FDC3E2-807C-F147-94B7-3482949CAE21}" type="presParOf" srcId="{283EF396-3819-8B4C-81C4-70DF92EF7F33}" destId="{6F0CB95A-EB1F-B444-AE7F-76DEC6C41226}" srcOrd="5" destOrd="0" presId="urn:microsoft.com/office/officeart/2008/layout/LinedList"/>
    <dgm:cxn modelId="{9D664BFC-A217-4249-AFA9-D401DDDB6F45}" type="presParOf" srcId="{6F0CB95A-EB1F-B444-AE7F-76DEC6C41226}" destId="{2D84C119-2E1E-B740-A368-ABEACC191D7A}" srcOrd="0" destOrd="0" presId="urn:microsoft.com/office/officeart/2008/layout/LinedList"/>
    <dgm:cxn modelId="{85A6469D-274A-9C42-9A2A-2655660FC1FC}" type="presParOf" srcId="{6F0CB95A-EB1F-B444-AE7F-76DEC6C41226}" destId="{44E355D6-1BF3-7E4C-B621-76E623C87C8E}" srcOrd="1" destOrd="0" presId="urn:microsoft.com/office/officeart/2008/layout/LinedList"/>
    <dgm:cxn modelId="{E57EC9F0-5265-034F-8667-0FE1A19DFC56}" type="presParOf" srcId="{283EF396-3819-8B4C-81C4-70DF92EF7F33}" destId="{B9B3C499-1BFE-CF40-AB12-A4384EB825EC}" srcOrd="6" destOrd="0" presId="urn:microsoft.com/office/officeart/2008/layout/LinedList"/>
    <dgm:cxn modelId="{5AF71589-6CB8-2447-8919-8FB9B906642F}" type="presParOf" srcId="{283EF396-3819-8B4C-81C4-70DF92EF7F33}" destId="{58118EDA-B75E-DF45-8ADC-55AB42F5B58E}" srcOrd="7" destOrd="0" presId="urn:microsoft.com/office/officeart/2008/layout/LinedList"/>
    <dgm:cxn modelId="{000CD7DA-54B8-E449-BE18-91E8D691FC0C}" type="presParOf" srcId="{58118EDA-B75E-DF45-8ADC-55AB42F5B58E}" destId="{2867FD31-FFAB-B84A-8326-F060D5AF18EF}" srcOrd="0" destOrd="0" presId="urn:microsoft.com/office/officeart/2008/layout/LinedList"/>
    <dgm:cxn modelId="{F826E2D0-4CE9-D843-97D5-978EB155D935}" type="presParOf" srcId="{58118EDA-B75E-DF45-8ADC-55AB42F5B58E}" destId="{779FA21D-B144-274B-B432-4AC17B68AB7E}" srcOrd="1" destOrd="0" presId="urn:microsoft.com/office/officeart/2008/layout/LinedList"/>
    <dgm:cxn modelId="{DEA703B3-4CC2-7D49-A68F-FA3B384091B0}" type="presParOf" srcId="{283EF396-3819-8B4C-81C4-70DF92EF7F33}" destId="{480136DA-AF10-B14A-877E-D8358969BF60}" srcOrd="8" destOrd="0" presId="urn:microsoft.com/office/officeart/2008/layout/LinedList"/>
    <dgm:cxn modelId="{7066D701-FBAC-2E4B-A724-11A5EC65129A}" type="presParOf" srcId="{283EF396-3819-8B4C-81C4-70DF92EF7F33}" destId="{02709497-EBE8-1645-97AF-59154D489D34}" srcOrd="9" destOrd="0" presId="urn:microsoft.com/office/officeart/2008/layout/LinedList"/>
    <dgm:cxn modelId="{6AD44752-DA83-924B-B9C7-37C3F3DAD798}" type="presParOf" srcId="{02709497-EBE8-1645-97AF-59154D489D34}" destId="{F3571F30-7746-F34F-90DC-1C68DF94423F}" srcOrd="0" destOrd="0" presId="urn:microsoft.com/office/officeart/2008/layout/LinedList"/>
    <dgm:cxn modelId="{58B137E4-8CDC-5F4A-B56E-AD385FF749C8}" type="presParOf" srcId="{02709497-EBE8-1645-97AF-59154D489D34}" destId="{A1DBF699-B304-1745-8E72-EB2E1F3BC28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0FC844-27C8-428F-98B6-0AF0F5080004}">
      <dsp:nvSpPr>
        <dsp:cNvPr id="0" name=""/>
        <dsp:cNvSpPr/>
      </dsp:nvSpPr>
      <dsp:spPr>
        <a:xfrm>
          <a:off x="0" y="502"/>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B30B6B-89D0-46C0-9679-AE5FF18113CC}">
      <dsp:nvSpPr>
        <dsp:cNvPr id="0" name=""/>
        <dsp:cNvSpPr/>
      </dsp:nvSpPr>
      <dsp:spPr>
        <a:xfrm>
          <a:off x="209180" y="156091"/>
          <a:ext cx="380328" cy="38032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D96FA85-221F-4C75-BC8E-1C11A1134B53}">
      <dsp:nvSpPr>
        <dsp:cNvPr id="0" name=""/>
        <dsp:cNvSpPr/>
      </dsp:nvSpPr>
      <dsp:spPr>
        <a:xfrm>
          <a:off x="798689" y="502"/>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US" sz="1600" kern="1200"/>
            <a:t>Objectives &amp; Agenda:</a:t>
          </a:r>
        </a:p>
      </dsp:txBody>
      <dsp:txXfrm>
        <a:off x="798689" y="502"/>
        <a:ext cx="3927511" cy="691506"/>
      </dsp:txXfrm>
    </dsp:sp>
    <dsp:sp modelId="{6509C075-A77A-4449-BBB5-2F0C8256E38D}">
      <dsp:nvSpPr>
        <dsp:cNvPr id="0" name=""/>
        <dsp:cNvSpPr/>
      </dsp:nvSpPr>
      <dsp:spPr>
        <a:xfrm>
          <a:off x="0" y="864885"/>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E1A92C8-DFFD-4CB8-83F7-B69D4B103A0C}">
      <dsp:nvSpPr>
        <dsp:cNvPr id="0" name=""/>
        <dsp:cNvSpPr/>
      </dsp:nvSpPr>
      <dsp:spPr>
        <a:xfrm>
          <a:off x="209180" y="1020474"/>
          <a:ext cx="380328" cy="38032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939E46-E3F8-4C91-9BCD-E6139B508E58}">
      <dsp:nvSpPr>
        <dsp:cNvPr id="0" name=""/>
        <dsp:cNvSpPr/>
      </dsp:nvSpPr>
      <dsp:spPr>
        <a:xfrm>
          <a:off x="798689" y="864885"/>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US" sz="1600" kern="1200"/>
            <a:t>• Describe the CIA triad (Confidentiality, Integrity, Availability).</a:t>
          </a:r>
        </a:p>
      </dsp:txBody>
      <dsp:txXfrm>
        <a:off x="798689" y="864885"/>
        <a:ext cx="3927511" cy="691506"/>
      </dsp:txXfrm>
    </dsp:sp>
    <dsp:sp modelId="{D10425C5-78BC-4E02-90B9-558E32D19064}">
      <dsp:nvSpPr>
        <dsp:cNvPr id="0" name=""/>
        <dsp:cNvSpPr/>
      </dsp:nvSpPr>
      <dsp:spPr>
        <a:xfrm>
          <a:off x="0" y="1729268"/>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14D193-CD91-433F-B1A2-C7D9AD782D26}">
      <dsp:nvSpPr>
        <dsp:cNvPr id="0" name=""/>
        <dsp:cNvSpPr/>
      </dsp:nvSpPr>
      <dsp:spPr>
        <a:xfrm>
          <a:off x="209180" y="1884857"/>
          <a:ext cx="380328" cy="38032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515C2D4-FE8C-4F04-B3F5-11861EBC1219}">
      <dsp:nvSpPr>
        <dsp:cNvPr id="0" name=""/>
        <dsp:cNvSpPr/>
      </dsp:nvSpPr>
      <dsp:spPr>
        <a:xfrm>
          <a:off x="798689" y="1729268"/>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US" sz="1600" kern="1200"/>
            <a:t>• Define asset, vulnerability, threat and risk.</a:t>
          </a:r>
        </a:p>
      </dsp:txBody>
      <dsp:txXfrm>
        <a:off x="798689" y="1729268"/>
        <a:ext cx="3927511" cy="691506"/>
      </dsp:txXfrm>
    </dsp:sp>
    <dsp:sp modelId="{EB91402B-8184-4E8C-B3DB-27AF897A6DB1}">
      <dsp:nvSpPr>
        <dsp:cNvPr id="0" name=""/>
        <dsp:cNvSpPr/>
      </dsp:nvSpPr>
      <dsp:spPr>
        <a:xfrm>
          <a:off x="0" y="2593651"/>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C3CCF8-23A4-44F1-9232-4F10EAB324EB}">
      <dsp:nvSpPr>
        <dsp:cNvPr id="0" name=""/>
        <dsp:cNvSpPr/>
      </dsp:nvSpPr>
      <dsp:spPr>
        <a:xfrm>
          <a:off x="209180" y="2749240"/>
          <a:ext cx="380328" cy="38032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F2E90A-5B0C-47F4-8665-1064D6D34174}">
      <dsp:nvSpPr>
        <dsp:cNvPr id="0" name=""/>
        <dsp:cNvSpPr/>
      </dsp:nvSpPr>
      <dsp:spPr>
        <a:xfrm>
          <a:off x="798689" y="2593651"/>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US" sz="1600" kern="1200"/>
            <a:t>• Analyse a breach using risk vocabulary.</a:t>
          </a:r>
        </a:p>
      </dsp:txBody>
      <dsp:txXfrm>
        <a:off x="798689" y="2593651"/>
        <a:ext cx="3927511" cy="691506"/>
      </dsp:txXfrm>
    </dsp:sp>
    <dsp:sp modelId="{8FAE9F72-B928-4EB5-B327-8B24273A58F9}">
      <dsp:nvSpPr>
        <dsp:cNvPr id="0" name=""/>
        <dsp:cNvSpPr/>
      </dsp:nvSpPr>
      <dsp:spPr>
        <a:xfrm>
          <a:off x="0" y="3458034"/>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A82D26-C8F4-4F31-933E-113C36567C4E}">
      <dsp:nvSpPr>
        <dsp:cNvPr id="0" name=""/>
        <dsp:cNvSpPr/>
      </dsp:nvSpPr>
      <dsp:spPr>
        <a:xfrm>
          <a:off x="209180" y="3613623"/>
          <a:ext cx="380328" cy="38032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0A41A8E-0AFF-42AF-9D04-388DF711A11D}">
      <dsp:nvSpPr>
        <dsp:cNvPr id="0" name=""/>
        <dsp:cNvSpPr/>
      </dsp:nvSpPr>
      <dsp:spPr>
        <a:xfrm>
          <a:off x="798689" y="3458034"/>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US" sz="1600" kern="1200"/>
            <a:t>• Practise hashing &amp; encoding via an online lab.</a:t>
          </a:r>
        </a:p>
      </dsp:txBody>
      <dsp:txXfrm>
        <a:off x="798689" y="3458034"/>
        <a:ext cx="3927511" cy="691506"/>
      </dsp:txXfrm>
    </dsp:sp>
    <dsp:sp modelId="{C4295B6F-60AB-4517-9982-E70DB0ECA104}">
      <dsp:nvSpPr>
        <dsp:cNvPr id="0" name=""/>
        <dsp:cNvSpPr/>
      </dsp:nvSpPr>
      <dsp:spPr>
        <a:xfrm>
          <a:off x="0" y="4322417"/>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01EA62-D647-461C-9064-D6FF7A4D8F3D}">
      <dsp:nvSpPr>
        <dsp:cNvPr id="0" name=""/>
        <dsp:cNvSpPr/>
      </dsp:nvSpPr>
      <dsp:spPr>
        <a:xfrm>
          <a:off x="209180" y="4478006"/>
          <a:ext cx="380328" cy="38032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BE1A9C-DFE9-44E9-884C-C11E25154ED8}">
      <dsp:nvSpPr>
        <dsp:cNvPr id="0" name=""/>
        <dsp:cNvSpPr/>
      </dsp:nvSpPr>
      <dsp:spPr>
        <a:xfrm>
          <a:off x="798689" y="4322417"/>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US" sz="1600" kern="1200"/>
            <a:t>• Reflect on ethics through a writing assignment.</a:t>
          </a:r>
        </a:p>
      </dsp:txBody>
      <dsp:txXfrm>
        <a:off x="798689" y="4322417"/>
        <a:ext cx="3927511" cy="691506"/>
      </dsp:txXfrm>
    </dsp:sp>
    <dsp:sp modelId="{F0DE19C7-2655-47BE-9A1D-1CE93849EAC4}">
      <dsp:nvSpPr>
        <dsp:cNvPr id="0" name=""/>
        <dsp:cNvSpPr/>
      </dsp:nvSpPr>
      <dsp:spPr>
        <a:xfrm>
          <a:off x="0" y="5186800"/>
          <a:ext cx="4726201" cy="6915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D85150-F063-4A4F-9A59-38A8F4E25774}">
      <dsp:nvSpPr>
        <dsp:cNvPr id="0" name=""/>
        <dsp:cNvSpPr/>
      </dsp:nvSpPr>
      <dsp:spPr>
        <a:xfrm>
          <a:off x="209180" y="5342389"/>
          <a:ext cx="380328" cy="380328"/>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1E54FB-54C7-4D07-B220-93D57A0952CB}">
      <dsp:nvSpPr>
        <dsp:cNvPr id="0" name=""/>
        <dsp:cNvSpPr/>
      </dsp:nvSpPr>
      <dsp:spPr>
        <a:xfrm>
          <a:off x="798689" y="5186800"/>
          <a:ext cx="3927511" cy="6915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3184" tIns="73184" rIns="73184" bIns="73184" numCol="1" spcCol="1270" anchor="ctr" anchorCtr="0">
          <a:noAutofit/>
        </a:bodyPr>
        <a:lstStyle/>
        <a:p>
          <a:pPr marL="0" lvl="0" indent="0" algn="l" defTabSz="711200">
            <a:lnSpc>
              <a:spcPct val="90000"/>
            </a:lnSpc>
            <a:spcBef>
              <a:spcPct val="0"/>
            </a:spcBef>
            <a:spcAft>
              <a:spcPct val="35000"/>
            </a:spcAft>
            <a:buNone/>
          </a:pPr>
          <a:r>
            <a:rPr lang="en-US" sz="1600" kern="1200"/>
            <a:t>Agenda: Review, CIA triad, risk vocab, case study, lab, ethics discussion, wrap‑up.</a:t>
          </a:r>
        </a:p>
      </dsp:txBody>
      <dsp:txXfrm>
        <a:off x="798689" y="5186800"/>
        <a:ext cx="3927511" cy="69150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663BD2-1EBC-3B4F-9731-0677408492CD}">
      <dsp:nvSpPr>
        <dsp:cNvPr id="0" name=""/>
        <dsp:cNvSpPr/>
      </dsp:nvSpPr>
      <dsp:spPr>
        <a:xfrm>
          <a:off x="0" y="0"/>
          <a:ext cx="472620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D512DA7-F653-DE41-9030-A045824193E4}">
      <dsp:nvSpPr>
        <dsp:cNvPr id="0" name=""/>
        <dsp:cNvSpPr/>
      </dsp:nvSpPr>
      <dsp:spPr>
        <a:xfrm>
          <a:off x="0" y="0"/>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Recalled motivations for privacy &amp; security.</a:t>
          </a:r>
        </a:p>
      </dsp:txBody>
      <dsp:txXfrm>
        <a:off x="0" y="0"/>
        <a:ext cx="4726201" cy="1469702"/>
      </dsp:txXfrm>
    </dsp:sp>
    <dsp:sp modelId="{F454D183-C732-5745-9594-291659D670E4}">
      <dsp:nvSpPr>
        <dsp:cNvPr id="0" name=""/>
        <dsp:cNvSpPr/>
      </dsp:nvSpPr>
      <dsp:spPr>
        <a:xfrm>
          <a:off x="0" y="1469702"/>
          <a:ext cx="4726201" cy="0"/>
        </a:xfrm>
        <a:prstGeom prst="line">
          <a:avLst/>
        </a:prstGeom>
        <a:solidFill>
          <a:schemeClr val="accent2">
            <a:hueOff val="1560507"/>
            <a:satOff val="-1946"/>
            <a:lumOff val="458"/>
            <a:alphaOff val="0"/>
          </a:schemeClr>
        </a:solidFill>
        <a:ln w="25400" cap="flat" cmpd="sng" algn="ctr">
          <a:solidFill>
            <a:schemeClr val="accent2">
              <a:hueOff val="1560507"/>
              <a:satOff val="-1946"/>
              <a:lumOff val="458"/>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018BA2D-EA8A-014E-97AE-A5BD5E7B0ECA}">
      <dsp:nvSpPr>
        <dsp:cNvPr id="0" name=""/>
        <dsp:cNvSpPr/>
      </dsp:nvSpPr>
      <dsp:spPr>
        <a:xfrm>
          <a:off x="0" y="1469702"/>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Explored personal data and PII.</a:t>
          </a:r>
        </a:p>
      </dsp:txBody>
      <dsp:txXfrm>
        <a:off x="0" y="1469702"/>
        <a:ext cx="4726201" cy="1469702"/>
      </dsp:txXfrm>
    </dsp:sp>
    <dsp:sp modelId="{FB627AF4-A2DA-9947-A94B-D524FEEF9678}">
      <dsp:nvSpPr>
        <dsp:cNvPr id="0" name=""/>
        <dsp:cNvSpPr/>
      </dsp:nvSpPr>
      <dsp:spPr>
        <a:xfrm>
          <a:off x="0" y="2939404"/>
          <a:ext cx="4726201" cy="0"/>
        </a:xfrm>
        <a:prstGeom prst="line">
          <a:avLst/>
        </a:prstGeom>
        <a:solidFill>
          <a:schemeClr val="accent2">
            <a:hueOff val="3121013"/>
            <a:satOff val="-3893"/>
            <a:lumOff val="915"/>
            <a:alphaOff val="0"/>
          </a:schemeClr>
        </a:solidFill>
        <a:ln w="25400" cap="flat" cmpd="sng" algn="ctr">
          <a:solidFill>
            <a:schemeClr val="accent2">
              <a:hueOff val="3121013"/>
              <a:satOff val="-3893"/>
              <a:lumOff val="91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394762F-E5F9-9E48-9A11-3C4387C1ECD3}">
      <dsp:nvSpPr>
        <dsp:cNvPr id="0" name=""/>
        <dsp:cNvSpPr/>
      </dsp:nvSpPr>
      <dsp:spPr>
        <a:xfrm>
          <a:off x="0" y="2939404"/>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Introduced Fair Information Practice Principles.</a:t>
          </a:r>
        </a:p>
      </dsp:txBody>
      <dsp:txXfrm>
        <a:off x="0" y="2939404"/>
        <a:ext cx="4726201" cy="1469702"/>
      </dsp:txXfrm>
    </dsp:sp>
    <dsp:sp modelId="{5FAFF916-B9E0-2441-8A51-5C601124F30D}">
      <dsp:nvSpPr>
        <dsp:cNvPr id="0" name=""/>
        <dsp:cNvSpPr/>
      </dsp:nvSpPr>
      <dsp:spPr>
        <a:xfrm>
          <a:off x="0" y="4409106"/>
          <a:ext cx="4726201" cy="0"/>
        </a:xfrm>
        <a:prstGeom prst="line">
          <a:avLst/>
        </a:prstGeom>
        <a:solidFill>
          <a:schemeClr val="accent2">
            <a:hueOff val="4681520"/>
            <a:satOff val="-5839"/>
            <a:lumOff val="1373"/>
            <a:alphaOff val="0"/>
          </a:schemeClr>
        </a:solidFill>
        <a:ln w="25400" cap="flat" cmpd="sng" algn="ctr">
          <a:solidFill>
            <a:schemeClr val="accent2">
              <a:hueOff val="4681520"/>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165DB3-251A-1A4A-BF9F-FA010057AB51}">
      <dsp:nvSpPr>
        <dsp:cNvPr id="0" name=""/>
        <dsp:cNvSpPr/>
      </dsp:nvSpPr>
      <dsp:spPr>
        <a:xfrm>
          <a:off x="0" y="4409106"/>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Discussed emerging threats and ethical responsibilities.</a:t>
          </a:r>
        </a:p>
      </dsp:txBody>
      <dsp:txXfrm>
        <a:off x="0" y="4409106"/>
        <a:ext cx="4726201" cy="14697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239011-351C-B847-8E5D-3BE8CB3531D5}">
      <dsp:nvSpPr>
        <dsp:cNvPr id="0" name=""/>
        <dsp:cNvSpPr/>
      </dsp:nvSpPr>
      <dsp:spPr>
        <a:xfrm>
          <a:off x="0" y="2870"/>
          <a:ext cx="4726201"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612C7AC-2806-F449-B8CD-81D13E81020F}">
      <dsp:nvSpPr>
        <dsp:cNvPr id="0" name=""/>
        <dsp:cNvSpPr/>
      </dsp:nvSpPr>
      <dsp:spPr>
        <a:xfrm>
          <a:off x="0" y="2870"/>
          <a:ext cx="47262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n-US" sz="5500" kern="1200"/>
            <a:t>• Confidentiality</a:t>
          </a:r>
        </a:p>
      </dsp:txBody>
      <dsp:txXfrm>
        <a:off x="0" y="2870"/>
        <a:ext cx="4726201" cy="1957689"/>
      </dsp:txXfrm>
    </dsp:sp>
    <dsp:sp modelId="{EBC8914C-DD26-3E4D-B22D-FE5C4AF9F108}">
      <dsp:nvSpPr>
        <dsp:cNvPr id="0" name=""/>
        <dsp:cNvSpPr/>
      </dsp:nvSpPr>
      <dsp:spPr>
        <a:xfrm>
          <a:off x="0" y="1960559"/>
          <a:ext cx="4726201" cy="0"/>
        </a:xfrm>
        <a:prstGeom prst="line">
          <a:avLst/>
        </a:prstGeom>
        <a:solidFill>
          <a:schemeClr val="accent2">
            <a:hueOff val="2340760"/>
            <a:satOff val="-2919"/>
            <a:lumOff val="686"/>
            <a:alphaOff val="0"/>
          </a:schemeClr>
        </a:solidFill>
        <a:ln w="25400" cap="flat" cmpd="sng" algn="ctr">
          <a:solidFill>
            <a:schemeClr val="accent2">
              <a:hueOff val="2340760"/>
              <a:satOff val="-2919"/>
              <a:lumOff val="686"/>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2E75616-FBEC-3742-852C-8F7649666FE4}">
      <dsp:nvSpPr>
        <dsp:cNvPr id="0" name=""/>
        <dsp:cNvSpPr/>
      </dsp:nvSpPr>
      <dsp:spPr>
        <a:xfrm>
          <a:off x="0" y="1960559"/>
          <a:ext cx="47262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n-US" sz="5500" kern="1200"/>
            <a:t>• Integrity</a:t>
          </a:r>
        </a:p>
      </dsp:txBody>
      <dsp:txXfrm>
        <a:off x="0" y="1960559"/>
        <a:ext cx="4726201" cy="1957689"/>
      </dsp:txXfrm>
    </dsp:sp>
    <dsp:sp modelId="{DD121DD9-390C-214C-8DF1-19599BC067E8}">
      <dsp:nvSpPr>
        <dsp:cNvPr id="0" name=""/>
        <dsp:cNvSpPr/>
      </dsp:nvSpPr>
      <dsp:spPr>
        <a:xfrm>
          <a:off x="0" y="3918249"/>
          <a:ext cx="4726201" cy="0"/>
        </a:xfrm>
        <a:prstGeom prst="line">
          <a:avLst/>
        </a:prstGeom>
        <a:solidFill>
          <a:schemeClr val="accent2">
            <a:hueOff val="4681520"/>
            <a:satOff val="-5839"/>
            <a:lumOff val="1373"/>
            <a:alphaOff val="0"/>
          </a:schemeClr>
        </a:solidFill>
        <a:ln w="25400" cap="flat" cmpd="sng" algn="ctr">
          <a:solidFill>
            <a:schemeClr val="accent2">
              <a:hueOff val="4681520"/>
              <a:satOff val="-5839"/>
              <a:lumOff val="137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58CE974-1792-7547-A365-66E78983C599}">
      <dsp:nvSpPr>
        <dsp:cNvPr id="0" name=""/>
        <dsp:cNvSpPr/>
      </dsp:nvSpPr>
      <dsp:spPr>
        <a:xfrm>
          <a:off x="0" y="3918249"/>
          <a:ext cx="4726201" cy="1957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550" tIns="209550" rIns="209550" bIns="209550" numCol="1" spcCol="1270" anchor="t" anchorCtr="0">
          <a:noAutofit/>
        </a:bodyPr>
        <a:lstStyle/>
        <a:p>
          <a:pPr marL="0" lvl="0" indent="0" algn="l" defTabSz="2444750">
            <a:lnSpc>
              <a:spcPct val="90000"/>
            </a:lnSpc>
            <a:spcBef>
              <a:spcPct val="0"/>
            </a:spcBef>
            <a:spcAft>
              <a:spcPct val="35000"/>
            </a:spcAft>
            <a:buNone/>
          </a:pPr>
          <a:r>
            <a:rPr lang="en-US" sz="5500" kern="1200"/>
            <a:t>• Availability</a:t>
          </a:r>
        </a:p>
      </dsp:txBody>
      <dsp:txXfrm>
        <a:off x="0" y="3918249"/>
        <a:ext cx="4726201" cy="19576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1D554E-0330-7E47-8F51-FAAAA4975332}">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9E6D943-59BA-2046-826B-D9BA7AFCA238}">
      <dsp:nvSpPr>
        <dsp:cNvPr id="0" name=""/>
        <dsp:cNvSpPr/>
      </dsp:nvSpPr>
      <dsp:spPr>
        <a:xfrm>
          <a:off x="0" y="0"/>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Prevent unauthorised disclosure.</a:t>
          </a:r>
        </a:p>
      </dsp:txBody>
      <dsp:txXfrm>
        <a:off x="0" y="0"/>
        <a:ext cx="4726201" cy="1469702"/>
      </dsp:txXfrm>
    </dsp:sp>
    <dsp:sp modelId="{14F8FB5E-39EE-3049-9CE6-B3A1A18F88C5}">
      <dsp:nvSpPr>
        <dsp:cNvPr id="0" name=""/>
        <dsp:cNvSpPr/>
      </dsp:nvSpPr>
      <dsp:spPr>
        <a:xfrm>
          <a:off x="0" y="1469702"/>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79F90C-AA1E-6D4E-92FA-3A22BCD7CDF4}">
      <dsp:nvSpPr>
        <dsp:cNvPr id="0" name=""/>
        <dsp:cNvSpPr/>
      </dsp:nvSpPr>
      <dsp:spPr>
        <a:xfrm>
          <a:off x="0" y="1469702"/>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Sensitive data: medical, financial, proprietary.</a:t>
          </a:r>
        </a:p>
      </dsp:txBody>
      <dsp:txXfrm>
        <a:off x="0" y="1469702"/>
        <a:ext cx="4726201" cy="1469702"/>
      </dsp:txXfrm>
    </dsp:sp>
    <dsp:sp modelId="{872024FE-B571-6E43-915B-86B78E3D408E}">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D77003-F874-C04A-BBC0-5A0FF0C3C94B}">
      <dsp:nvSpPr>
        <dsp:cNvPr id="0" name=""/>
        <dsp:cNvSpPr/>
      </dsp:nvSpPr>
      <dsp:spPr>
        <a:xfrm>
          <a:off x="0" y="2939404"/>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Mechanisms: authentication, authorisation, encryption.</a:t>
          </a:r>
        </a:p>
      </dsp:txBody>
      <dsp:txXfrm>
        <a:off x="0" y="2939404"/>
        <a:ext cx="4726201" cy="1469702"/>
      </dsp:txXfrm>
    </dsp:sp>
    <dsp:sp modelId="{24E25AEB-1449-5D41-AE0F-95DA36234ED2}">
      <dsp:nvSpPr>
        <dsp:cNvPr id="0" name=""/>
        <dsp:cNvSpPr/>
      </dsp:nvSpPr>
      <dsp:spPr>
        <a:xfrm>
          <a:off x="0" y="4409106"/>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149B3C-3F37-5C47-846C-51331A1A2EEC}">
      <dsp:nvSpPr>
        <dsp:cNvPr id="0" name=""/>
        <dsp:cNvSpPr/>
      </dsp:nvSpPr>
      <dsp:spPr>
        <a:xfrm>
          <a:off x="0" y="4409106"/>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Policies &amp; procedures (training, compliance).</a:t>
          </a:r>
        </a:p>
      </dsp:txBody>
      <dsp:txXfrm>
        <a:off x="0" y="4409106"/>
        <a:ext cx="4726201" cy="146970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ADF13-8D7E-944B-BDB4-DCA8DD6858CE}">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13EFF3-7DF8-054A-B834-FE90E4855510}">
      <dsp:nvSpPr>
        <dsp:cNvPr id="0" name=""/>
        <dsp:cNvSpPr/>
      </dsp:nvSpPr>
      <dsp:spPr>
        <a:xfrm>
          <a:off x="0" y="0"/>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 Trustworthiness of data and systems.</a:t>
          </a:r>
        </a:p>
      </dsp:txBody>
      <dsp:txXfrm>
        <a:off x="0" y="0"/>
        <a:ext cx="4726201" cy="1469702"/>
      </dsp:txXfrm>
    </dsp:sp>
    <dsp:sp modelId="{EC8BB241-A4B8-E048-94DF-9C6D57DDB668}">
      <dsp:nvSpPr>
        <dsp:cNvPr id="0" name=""/>
        <dsp:cNvSpPr/>
      </dsp:nvSpPr>
      <dsp:spPr>
        <a:xfrm>
          <a:off x="0" y="1469702"/>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A4CC61-BC0A-3949-863C-AB3CB8F43E2C}">
      <dsp:nvSpPr>
        <dsp:cNvPr id="0" name=""/>
        <dsp:cNvSpPr/>
      </dsp:nvSpPr>
      <dsp:spPr>
        <a:xfrm>
          <a:off x="0" y="1469702"/>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 Detect and prevent modification.</a:t>
          </a:r>
        </a:p>
      </dsp:txBody>
      <dsp:txXfrm>
        <a:off x="0" y="1469702"/>
        <a:ext cx="4726201" cy="1469702"/>
      </dsp:txXfrm>
    </dsp:sp>
    <dsp:sp modelId="{17523C0A-6574-224C-A61E-DD8A121588E7}">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9439DDF-759F-2F45-9ADA-77FE75C30FF3}">
      <dsp:nvSpPr>
        <dsp:cNvPr id="0" name=""/>
        <dsp:cNvSpPr/>
      </dsp:nvSpPr>
      <dsp:spPr>
        <a:xfrm>
          <a:off x="0" y="2939404"/>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 Techniques: hashes, digital signatures, checksums.</a:t>
          </a:r>
        </a:p>
      </dsp:txBody>
      <dsp:txXfrm>
        <a:off x="0" y="2939404"/>
        <a:ext cx="4726201" cy="1469702"/>
      </dsp:txXfrm>
    </dsp:sp>
    <dsp:sp modelId="{5FAFB201-9407-874E-B405-3E3E502658E4}">
      <dsp:nvSpPr>
        <dsp:cNvPr id="0" name=""/>
        <dsp:cNvSpPr/>
      </dsp:nvSpPr>
      <dsp:spPr>
        <a:xfrm>
          <a:off x="0" y="4409106"/>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38ED809-E7EE-884B-B6D0-A3159206B243}">
      <dsp:nvSpPr>
        <dsp:cNvPr id="0" name=""/>
        <dsp:cNvSpPr/>
      </dsp:nvSpPr>
      <dsp:spPr>
        <a:xfrm>
          <a:off x="0" y="4409106"/>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US" sz="3000" kern="1200"/>
            <a:t>• Audit logs and backups for recovery.</a:t>
          </a:r>
        </a:p>
      </dsp:txBody>
      <dsp:txXfrm>
        <a:off x="0" y="4409106"/>
        <a:ext cx="4726201" cy="146970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66ADD5-4964-B145-B84D-24C03FD9BB71}">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AC2BC1-5444-0345-97D0-5EAA301E1304}">
      <dsp:nvSpPr>
        <dsp:cNvPr id="0" name=""/>
        <dsp:cNvSpPr/>
      </dsp:nvSpPr>
      <dsp:spPr>
        <a:xfrm>
          <a:off x="0" y="0"/>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Accessible when needed.</a:t>
          </a:r>
        </a:p>
      </dsp:txBody>
      <dsp:txXfrm>
        <a:off x="0" y="0"/>
        <a:ext cx="4726201" cy="1469702"/>
      </dsp:txXfrm>
    </dsp:sp>
    <dsp:sp modelId="{FCBA9B8E-21D2-2643-80EE-2E2CCE720998}">
      <dsp:nvSpPr>
        <dsp:cNvPr id="0" name=""/>
        <dsp:cNvSpPr/>
      </dsp:nvSpPr>
      <dsp:spPr>
        <a:xfrm>
          <a:off x="0" y="1469702"/>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238237-B951-9249-92E9-5CF7E2F43632}">
      <dsp:nvSpPr>
        <dsp:cNvPr id="0" name=""/>
        <dsp:cNvSpPr/>
      </dsp:nvSpPr>
      <dsp:spPr>
        <a:xfrm>
          <a:off x="0" y="1469702"/>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Resilient to outages, attacks and failures.</a:t>
          </a:r>
        </a:p>
      </dsp:txBody>
      <dsp:txXfrm>
        <a:off x="0" y="1469702"/>
        <a:ext cx="4726201" cy="1469702"/>
      </dsp:txXfrm>
    </dsp:sp>
    <dsp:sp modelId="{6C0D314C-6640-5B4C-9C4B-710EBB2811D6}">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BDBBEF8-7E86-BE49-B2A2-FE38D1FA0302}">
      <dsp:nvSpPr>
        <dsp:cNvPr id="0" name=""/>
        <dsp:cNvSpPr/>
      </dsp:nvSpPr>
      <dsp:spPr>
        <a:xfrm>
          <a:off x="0" y="2939404"/>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Strategies: redundancy, fault tolerance, disaster recovery.</a:t>
          </a:r>
        </a:p>
      </dsp:txBody>
      <dsp:txXfrm>
        <a:off x="0" y="2939404"/>
        <a:ext cx="4726201" cy="1469702"/>
      </dsp:txXfrm>
    </dsp:sp>
    <dsp:sp modelId="{4D19F1C8-E32D-BB41-80BF-AE92B1084E03}">
      <dsp:nvSpPr>
        <dsp:cNvPr id="0" name=""/>
        <dsp:cNvSpPr/>
      </dsp:nvSpPr>
      <dsp:spPr>
        <a:xfrm>
          <a:off x="0" y="4409106"/>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088CDD7-97A4-F94D-B186-452B3CD99803}">
      <dsp:nvSpPr>
        <dsp:cNvPr id="0" name=""/>
        <dsp:cNvSpPr/>
      </dsp:nvSpPr>
      <dsp:spPr>
        <a:xfrm>
          <a:off x="0" y="4409106"/>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Balancing availability with other security properties.</a:t>
          </a:r>
        </a:p>
      </dsp:txBody>
      <dsp:txXfrm>
        <a:off x="0" y="4409106"/>
        <a:ext cx="4726201" cy="146970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381494-77E9-F340-9730-E45CFB1ABBFE}">
      <dsp:nvSpPr>
        <dsp:cNvPr id="0" name=""/>
        <dsp:cNvSpPr/>
      </dsp:nvSpPr>
      <dsp:spPr>
        <a:xfrm>
          <a:off x="0" y="0"/>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DB42E77-F292-4044-83CA-9178669937D1}">
      <dsp:nvSpPr>
        <dsp:cNvPr id="0" name=""/>
        <dsp:cNvSpPr/>
      </dsp:nvSpPr>
      <dsp:spPr>
        <a:xfrm>
          <a:off x="0" y="0"/>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Asset – something of value.</a:t>
          </a:r>
        </a:p>
      </dsp:txBody>
      <dsp:txXfrm>
        <a:off x="0" y="0"/>
        <a:ext cx="4726201" cy="1469702"/>
      </dsp:txXfrm>
    </dsp:sp>
    <dsp:sp modelId="{3755D277-5804-BA48-8189-E69D858AB2AE}">
      <dsp:nvSpPr>
        <dsp:cNvPr id="0" name=""/>
        <dsp:cNvSpPr/>
      </dsp:nvSpPr>
      <dsp:spPr>
        <a:xfrm>
          <a:off x="0" y="1469702"/>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62426CC-0D76-D241-99FB-2413110D9605}">
      <dsp:nvSpPr>
        <dsp:cNvPr id="0" name=""/>
        <dsp:cNvSpPr/>
      </dsp:nvSpPr>
      <dsp:spPr>
        <a:xfrm>
          <a:off x="0" y="1469702"/>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Vulnerability – weakness that could be exploited.</a:t>
          </a:r>
        </a:p>
      </dsp:txBody>
      <dsp:txXfrm>
        <a:off x="0" y="1469702"/>
        <a:ext cx="4726201" cy="1469702"/>
      </dsp:txXfrm>
    </dsp:sp>
    <dsp:sp modelId="{EE0A2EC0-D41F-C94E-868E-757A6869FDB4}">
      <dsp:nvSpPr>
        <dsp:cNvPr id="0" name=""/>
        <dsp:cNvSpPr/>
      </dsp:nvSpPr>
      <dsp:spPr>
        <a:xfrm>
          <a:off x="0" y="2939404"/>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C41839-2809-2440-B027-3BD3F7EA4AE2}">
      <dsp:nvSpPr>
        <dsp:cNvPr id="0" name=""/>
        <dsp:cNvSpPr/>
      </dsp:nvSpPr>
      <dsp:spPr>
        <a:xfrm>
          <a:off x="0" y="2939404"/>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Threat – potential cause of an incident.</a:t>
          </a:r>
        </a:p>
      </dsp:txBody>
      <dsp:txXfrm>
        <a:off x="0" y="2939404"/>
        <a:ext cx="4726201" cy="1469702"/>
      </dsp:txXfrm>
    </dsp:sp>
    <dsp:sp modelId="{5625C492-93C4-BA42-89AA-7EF57CDC49B2}">
      <dsp:nvSpPr>
        <dsp:cNvPr id="0" name=""/>
        <dsp:cNvSpPr/>
      </dsp:nvSpPr>
      <dsp:spPr>
        <a:xfrm>
          <a:off x="0" y="4409106"/>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FA8FF14-B235-5A48-B4D2-DFCA995B1A4A}">
      <dsp:nvSpPr>
        <dsp:cNvPr id="0" name=""/>
        <dsp:cNvSpPr/>
      </dsp:nvSpPr>
      <dsp:spPr>
        <a:xfrm>
          <a:off x="0" y="4409106"/>
          <a:ext cx="4726201" cy="1469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US" sz="2900" kern="1200"/>
            <a:t>• Risk – likelihood and impact of a threat exploiting a vulnerability.</a:t>
          </a:r>
        </a:p>
      </dsp:txBody>
      <dsp:txXfrm>
        <a:off x="0" y="4409106"/>
        <a:ext cx="4726201" cy="146970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AE7CC2-CC84-834D-8130-87C01F835BFE}">
      <dsp:nvSpPr>
        <dsp:cNvPr id="0" name=""/>
        <dsp:cNvSpPr/>
      </dsp:nvSpPr>
      <dsp:spPr>
        <a:xfrm>
          <a:off x="0" y="34373"/>
          <a:ext cx="4726201" cy="1398515"/>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Assets: customer files, tokens, reputation.</a:t>
          </a:r>
        </a:p>
      </dsp:txBody>
      <dsp:txXfrm>
        <a:off x="68270" y="102643"/>
        <a:ext cx="4589661" cy="1261975"/>
      </dsp:txXfrm>
    </dsp:sp>
    <dsp:sp modelId="{01AFC51D-F81B-EC4A-AB89-4F4D5EDE00CC}">
      <dsp:nvSpPr>
        <dsp:cNvPr id="0" name=""/>
        <dsp:cNvSpPr/>
      </dsp:nvSpPr>
      <dsp:spPr>
        <a:xfrm>
          <a:off x="0" y="1504888"/>
          <a:ext cx="4726201" cy="1398515"/>
        </a:xfrm>
        <a:prstGeom prst="roundRect">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Vulnerability: misconfigured server storing tokens in plaintext.</a:t>
          </a:r>
        </a:p>
      </dsp:txBody>
      <dsp:txXfrm>
        <a:off x="68270" y="1573158"/>
        <a:ext cx="4589661" cy="1261975"/>
      </dsp:txXfrm>
    </dsp:sp>
    <dsp:sp modelId="{0D61C868-C300-4F4B-99F1-F4139837F143}">
      <dsp:nvSpPr>
        <dsp:cNvPr id="0" name=""/>
        <dsp:cNvSpPr/>
      </dsp:nvSpPr>
      <dsp:spPr>
        <a:xfrm>
          <a:off x="0" y="2975404"/>
          <a:ext cx="4726201" cy="1398515"/>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Threat: attacker scans and steals tokens.</a:t>
          </a:r>
        </a:p>
      </dsp:txBody>
      <dsp:txXfrm>
        <a:off x="68270" y="3043674"/>
        <a:ext cx="4589661" cy="1261975"/>
      </dsp:txXfrm>
    </dsp:sp>
    <dsp:sp modelId="{02F5FC90-F2FC-7A49-BA7D-0704B38356CE}">
      <dsp:nvSpPr>
        <dsp:cNvPr id="0" name=""/>
        <dsp:cNvSpPr/>
      </dsp:nvSpPr>
      <dsp:spPr>
        <a:xfrm>
          <a:off x="0" y="4445920"/>
          <a:ext cx="4726201" cy="1398515"/>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 Risk realised: unauthorized access, data theft, reputational harm.</a:t>
          </a:r>
        </a:p>
      </dsp:txBody>
      <dsp:txXfrm>
        <a:off x="68270" y="4514190"/>
        <a:ext cx="4589661" cy="126197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BC33B4-28EE-4A1E-B148-5A8E2021D0F9}">
      <dsp:nvSpPr>
        <dsp:cNvPr id="0" name=""/>
        <dsp:cNvSpPr/>
      </dsp:nvSpPr>
      <dsp:spPr>
        <a:xfrm>
          <a:off x="0" y="4592"/>
          <a:ext cx="47262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B26C5A-D5EF-4270-AF7A-A89C1C114C41}">
      <dsp:nvSpPr>
        <dsp:cNvPr id="0" name=""/>
        <dsp:cNvSpPr/>
      </dsp:nvSpPr>
      <dsp:spPr>
        <a:xfrm>
          <a:off x="295926" y="224703"/>
          <a:ext cx="538048" cy="53804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69AC54E-F598-4F40-A62E-7CFB5150571D}">
      <dsp:nvSpPr>
        <dsp:cNvPr id="0" name=""/>
        <dsp:cNvSpPr/>
      </dsp:nvSpPr>
      <dsp:spPr>
        <a:xfrm>
          <a:off x="1129902" y="4592"/>
          <a:ext cx="35962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711200">
            <a:lnSpc>
              <a:spcPct val="90000"/>
            </a:lnSpc>
            <a:spcBef>
              <a:spcPct val="0"/>
            </a:spcBef>
            <a:spcAft>
              <a:spcPct val="35000"/>
            </a:spcAft>
            <a:buNone/>
          </a:pPr>
          <a:r>
            <a:rPr lang="en-US" sz="1600" kern="1200" dirty="0"/>
            <a:t>• Open </a:t>
          </a:r>
          <a:r>
            <a:rPr lang="en-US" sz="1600" kern="1200" dirty="0" err="1"/>
            <a:t>CyberChef</a:t>
          </a:r>
          <a:r>
            <a:rPr lang="en-US" sz="1600" kern="1200" dirty="0"/>
            <a:t> (</a:t>
          </a:r>
          <a:r>
            <a:rPr lang="en-US" sz="1600" kern="1200" dirty="0" err="1"/>
            <a:t>gchq.github.io</a:t>
          </a:r>
          <a:r>
            <a:rPr lang="en-US" sz="1600" kern="1200" dirty="0"/>
            <a:t>/</a:t>
          </a:r>
          <a:r>
            <a:rPr lang="en-US" sz="1600" kern="1200" dirty="0" err="1"/>
            <a:t>CyberChef</a:t>
          </a:r>
          <a:r>
            <a:rPr lang="en-US" sz="1600" kern="1200" dirty="0"/>
            <a:t>).</a:t>
          </a:r>
        </a:p>
      </dsp:txBody>
      <dsp:txXfrm>
        <a:off x="1129902" y="4592"/>
        <a:ext cx="3596298" cy="978270"/>
      </dsp:txXfrm>
    </dsp:sp>
    <dsp:sp modelId="{CF488D72-8C8E-4FA1-B090-F15C1967964C}">
      <dsp:nvSpPr>
        <dsp:cNvPr id="0" name=""/>
        <dsp:cNvSpPr/>
      </dsp:nvSpPr>
      <dsp:spPr>
        <a:xfrm>
          <a:off x="0" y="1227431"/>
          <a:ext cx="47262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00DE52-24C6-440B-9B75-77482465B14E}">
      <dsp:nvSpPr>
        <dsp:cNvPr id="0" name=""/>
        <dsp:cNvSpPr/>
      </dsp:nvSpPr>
      <dsp:spPr>
        <a:xfrm>
          <a:off x="295926" y="1447541"/>
          <a:ext cx="538048" cy="53804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0E41C6-2EC3-43C0-AB88-D0B245ECEF81}">
      <dsp:nvSpPr>
        <dsp:cNvPr id="0" name=""/>
        <dsp:cNvSpPr/>
      </dsp:nvSpPr>
      <dsp:spPr>
        <a:xfrm>
          <a:off x="1129902" y="1227431"/>
          <a:ext cx="35962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711200">
            <a:lnSpc>
              <a:spcPct val="90000"/>
            </a:lnSpc>
            <a:spcBef>
              <a:spcPct val="0"/>
            </a:spcBef>
            <a:spcAft>
              <a:spcPct val="35000"/>
            </a:spcAft>
            <a:buNone/>
          </a:pPr>
          <a:r>
            <a:rPr lang="en-US" sz="1600" kern="1200"/>
            <a:t>• Drag ‘SHA‑256’ to the recipe area and enter a message or file.</a:t>
          </a:r>
        </a:p>
      </dsp:txBody>
      <dsp:txXfrm>
        <a:off x="1129902" y="1227431"/>
        <a:ext cx="3596298" cy="978270"/>
      </dsp:txXfrm>
    </dsp:sp>
    <dsp:sp modelId="{423BF692-032F-42DA-B91B-CEC45E2540D9}">
      <dsp:nvSpPr>
        <dsp:cNvPr id="0" name=""/>
        <dsp:cNvSpPr/>
      </dsp:nvSpPr>
      <dsp:spPr>
        <a:xfrm>
          <a:off x="0" y="2450269"/>
          <a:ext cx="47262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A6E82C-0510-4828-803B-5447277CD88D}">
      <dsp:nvSpPr>
        <dsp:cNvPr id="0" name=""/>
        <dsp:cNvSpPr/>
      </dsp:nvSpPr>
      <dsp:spPr>
        <a:xfrm>
          <a:off x="295926" y="2670380"/>
          <a:ext cx="538048" cy="53804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23E48FA-599D-44BF-B671-BA4F81AD45DC}">
      <dsp:nvSpPr>
        <dsp:cNvPr id="0" name=""/>
        <dsp:cNvSpPr/>
      </dsp:nvSpPr>
      <dsp:spPr>
        <a:xfrm>
          <a:off x="1129902" y="2450269"/>
          <a:ext cx="35962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711200">
            <a:lnSpc>
              <a:spcPct val="90000"/>
            </a:lnSpc>
            <a:spcBef>
              <a:spcPct val="0"/>
            </a:spcBef>
            <a:spcAft>
              <a:spcPct val="35000"/>
            </a:spcAft>
            <a:buNone/>
          </a:pPr>
          <a:r>
            <a:rPr lang="en-US" sz="1600" kern="1200"/>
            <a:t>• Observe the hash output and the avalanche effect.</a:t>
          </a:r>
        </a:p>
      </dsp:txBody>
      <dsp:txXfrm>
        <a:off x="1129902" y="2450269"/>
        <a:ext cx="3596298" cy="978270"/>
      </dsp:txXfrm>
    </dsp:sp>
    <dsp:sp modelId="{CE25ED3E-81DE-418A-94DB-67B66C6E1FB5}">
      <dsp:nvSpPr>
        <dsp:cNvPr id="0" name=""/>
        <dsp:cNvSpPr/>
      </dsp:nvSpPr>
      <dsp:spPr>
        <a:xfrm>
          <a:off x="0" y="3673107"/>
          <a:ext cx="47262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E3BCF-F7A8-4AFA-BD1B-1FF7C29CEC13}">
      <dsp:nvSpPr>
        <dsp:cNvPr id="0" name=""/>
        <dsp:cNvSpPr/>
      </dsp:nvSpPr>
      <dsp:spPr>
        <a:xfrm>
          <a:off x="295926" y="3893218"/>
          <a:ext cx="538048" cy="53804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B61C2F5-A04C-4873-9A75-B939349644C7}">
      <dsp:nvSpPr>
        <dsp:cNvPr id="0" name=""/>
        <dsp:cNvSpPr/>
      </dsp:nvSpPr>
      <dsp:spPr>
        <a:xfrm>
          <a:off x="1129902" y="3673107"/>
          <a:ext cx="35962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711200">
            <a:lnSpc>
              <a:spcPct val="90000"/>
            </a:lnSpc>
            <a:spcBef>
              <a:spcPct val="0"/>
            </a:spcBef>
            <a:spcAft>
              <a:spcPct val="35000"/>
            </a:spcAft>
            <a:buNone/>
          </a:pPr>
          <a:r>
            <a:rPr lang="en-US" sz="1600" kern="1200"/>
            <a:t>• Add ‘To Base64’ and see reversible encoding.</a:t>
          </a:r>
        </a:p>
      </dsp:txBody>
      <dsp:txXfrm>
        <a:off x="1129902" y="3673107"/>
        <a:ext cx="3596298" cy="978270"/>
      </dsp:txXfrm>
    </dsp:sp>
    <dsp:sp modelId="{D3C12C6D-CF4A-4AF1-9F63-F71361C50FB7}">
      <dsp:nvSpPr>
        <dsp:cNvPr id="0" name=""/>
        <dsp:cNvSpPr/>
      </dsp:nvSpPr>
      <dsp:spPr>
        <a:xfrm>
          <a:off x="0" y="4895945"/>
          <a:ext cx="4726201" cy="97827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4797D2-3D42-47A3-A7CD-ABD1D02F8BB5}">
      <dsp:nvSpPr>
        <dsp:cNvPr id="0" name=""/>
        <dsp:cNvSpPr/>
      </dsp:nvSpPr>
      <dsp:spPr>
        <a:xfrm>
          <a:off x="295926" y="5116056"/>
          <a:ext cx="538048" cy="53804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04E6242-8E5E-428E-89FB-B4AE1A9B2DA9}">
      <dsp:nvSpPr>
        <dsp:cNvPr id="0" name=""/>
        <dsp:cNvSpPr/>
      </dsp:nvSpPr>
      <dsp:spPr>
        <a:xfrm>
          <a:off x="1129902" y="4895945"/>
          <a:ext cx="3596298" cy="9782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3534" tIns="103534" rIns="103534" bIns="103534" numCol="1" spcCol="1270" anchor="ctr" anchorCtr="0">
          <a:noAutofit/>
        </a:bodyPr>
        <a:lstStyle/>
        <a:p>
          <a:pPr marL="0" lvl="0" indent="0" algn="l" defTabSz="711200">
            <a:lnSpc>
              <a:spcPct val="90000"/>
            </a:lnSpc>
            <a:spcBef>
              <a:spcPct val="0"/>
            </a:spcBef>
            <a:spcAft>
              <a:spcPct val="35000"/>
            </a:spcAft>
            <a:buNone/>
          </a:pPr>
          <a:r>
            <a:rPr lang="en-US" sz="1600" kern="1200"/>
            <a:t>• Modify input and compare hash changes.</a:t>
          </a:r>
        </a:p>
      </dsp:txBody>
      <dsp:txXfrm>
        <a:off x="1129902" y="4895945"/>
        <a:ext cx="3596298" cy="97827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93F4A2-2708-E548-88D4-FD9AB5514102}">
      <dsp:nvSpPr>
        <dsp:cNvPr id="0" name=""/>
        <dsp:cNvSpPr/>
      </dsp:nvSpPr>
      <dsp:spPr>
        <a:xfrm>
          <a:off x="0" y="717"/>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C146006-4775-2749-B82B-964D16577CA4}">
      <dsp:nvSpPr>
        <dsp:cNvPr id="0" name=""/>
        <dsp:cNvSpPr/>
      </dsp:nvSpPr>
      <dsp:spPr>
        <a:xfrm>
          <a:off x="0" y="717"/>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 Read ‘Ethical Use of Data: Scenarios for Discussion’, Scenario 1.</a:t>
          </a:r>
        </a:p>
      </dsp:txBody>
      <dsp:txXfrm>
        <a:off x="0" y="717"/>
        <a:ext cx="4726201" cy="1175474"/>
      </dsp:txXfrm>
    </dsp:sp>
    <dsp:sp modelId="{EAA60281-CEA1-7C42-B44F-BDBD9505E269}">
      <dsp:nvSpPr>
        <dsp:cNvPr id="0" name=""/>
        <dsp:cNvSpPr/>
      </dsp:nvSpPr>
      <dsp:spPr>
        <a:xfrm>
          <a:off x="0" y="1176192"/>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A72B43-9782-EC48-B25C-6960AE20AD60}">
      <dsp:nvSpPr>
        <dsp:cNvPr id="0" name=""/>
        <dsp:cNvSpPr/>
      </dsp:nvSpPr>
      <dsp:spPr>
        <a:xfrm>
          <a:off x="0" y="1176192"/>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 Identify benefits of predictive analytics in education.</a:t>
          </a:r>
        </a:p>
      </dsp:txBody>
      <dsp:txXfrm>
        <a:off x="0" y="1176192"/>
        <a:ext cx="4726201" cy="1175474"/>
      </dsp:txXfrm>
    </dsp:sp>
    <dsp:sp modelId="{7510DDDF-9643-7144-BA9E-78EF3518E8B9}">
      <dsp:nvSpPr>
        <dsp:cNvPr id="0" name=""/>
        <dsp:cNvSpPr/>
      </dsp:nvSpPr>
      <dsp:spPr>
        <a:xfrm>
          <a:off x="0" y="2351667"/>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84C119-2E1E-B740-A368-ABEACC191D7A}">
      <dsp:nvSpPr>
        <dsp:cNvPr id="0" name=""/>
        <dsp:cNvSpPr/>
      </dsp:nvSpPr>
      <dsp:spPr>
        <a:xfrm>
          <a:off x="0" y="2351667"/>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 Reflect on potential harms: privacy, bias, consent.</a:t>
          </a:r>
        </a:p>
      </dsp:txBody>
      <dsp:txXfrm>
        <a:off x="0" y="2351667"/>
        <a:ext cx="4726201" cy="1175474"/>
      </dsp:txXfrm>
    </dsp:sp>
    <dsp:sp modelId="{B9B3C499-1BFE-CF40-AB12-A4384EB825EC}">
      <dsp:nvSpPr>
        <dsp:cNvPr id="0" name=""/>
        <dsp:cNvSpPr/>
      </dsp:nvSpPr>
      <dsp:spPr>
        <a:xfrm>
          <a:off x="0" y="3527141"/>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867FD31-FFAB-B84A-8326-F060D5AF18EF}">
      <dsp:nvSpPr>
        <dsp:cNvPr id="0" name=""/>
        <dsp:cNvSpPr/>
      </dsp:nvSpPr>
      <dsp:spPr>
        <a:xfrm>
          <a:off x="0" y="3527141"/>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 Propose safeguards: transparency, audits, minimisation.</a:t>
          </a:r>
        </a:p>
      </dsp:txBody>
      <dsp:txXfrm>
        <a:off x="0" y="3527141"/>
        <a:ext cx="4726201" cy="1175474"/>
      </dsp:txXfrm>
    </dsp:sp>
    <dsp:sp modelId="{480136DA-AF10-B14A-877E-D8358969BF60}">
      <dsp:nvSpPr>
        <dsp:cNvPr id="0" name=""/>
        <dsp:cNvSpPr/>
      </dsp:nvSpPr>
      <dsp:spPr>
        <a:xfrm>
          <a:off x="0" y="4702616"/>
          <a:ext cx="4726201"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3571F30-7746-F34F-90DC-1C68DF94423F}">
      <dsp:nvSpPr>
        <dsp:cNvPr id="0" name=""/>
        <dsp:cNvSpPr/>
      </dsp:nvSpPr>
      <dsp:spPr>
        <a:xfrm>
          <a:off x="0" y="4702616"/>
          <a:ext cx="4726201" cy="11754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 Write 1–2 paragraphs connecting to CIA triad and risk vocabulary.</a:t>
          </a:r>
        </a:p>
      </dsp:txBody>
      <dsp:txXfrm>
        <a:off x="0" y="4702616"/>
        <a:ext cx="4726201" cy="117547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08120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Good morning and welcome back to Data Privacy &amp; Security (CST‑2412)! It’s Week 2, Day 1, and today’s session is all about building a solid foundation in core security principles. We’ll start by reviewing what we covered last week, then we’ll dive into the CIA triad – confidentiality, integrity and availability – to understand why these three elements form the backbone of any secure system. We’ll discuss risk management terminology, walk through a case study of a cloud storage breach, get our hands dirty with a live hashing and encoding lab using a free web tool, and finish with a short writing assignment exploring the ethical implications of predictive analytics. Please make sure you have access to a browser for the lab and a notebook or device for the writing assignment. Feel free to ask questions at any point – this is a collaborative learning environment!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Here is our agenda for the next two hours. We’ll begin by briefly recapping the key takeaways from Week 1, including the importance of privacy, the roles of stakeholders, and the evolving legal landscape. Our primary learning objectives today are to describe the CIA triad and the importance of balancing confidentiality, integrity and availability; to define and relate the risk management terms asset, vulnerability, threat and risk; to analyse a real‑world breach using this vocabulary; to practise computing cryptographic hashes and base64 encodings with an online tool; and to critically evaluate the ethical use of data through a short in‑class writing assignment. The timetable on the slide lists approximate times for each segment. If we run a bit long on one area, we’ll adjust, but the lab and discussion segments are important, so we’ll pace ourselves accordingly. If you have any questions about the objectives or agenda, please let me know.</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Before we dive into new material, let’s recall what we did last week. In Week 1 we introduced the course and discussed the motivations behind data privacy and security. We explored high‑level concepts such as personal data, personally identifiable information, and why protecting that information is critical. We looked at some early privacy legislation and at frameworks such as the Fair Information Practice Principles. We also touched on emerging threats and vulnerabilities – from phishing to data breaches – and emphasised that security and privacy are sociotechnical issues that require ethical reasoning. Keep these concepts in mind today as we build our vocabulary; the CIA triad and risk terminology we’ll cover are meant to help us reason about those real‑world scenarios more systematically.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Now let’s introduce the CIA triad – not the intelligence agency, but a trio of attributes: confidentiality, integrity and availability. Security professionals use the CIA triad as a model for thinking about the security properties of information systems. Confidentiality means ensuring that information is accessed only by authorised individuals and processes. Integrity means that information and systems can’t be modified or tampered with without detection. Availability means that systems and data are accessible when needed. It’s important to recognise that these properties are not mutually exclusive; in fact, they’re often in tension. For example, increasing confidentiality by adding layers of encryption can make data less available if you lose the keys. Our job as security practitioners is to find an appropriate balance based on the context and risk tolerance. In the next slides we’ll unpack each component in more detail.</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Confidentiality is about protecting information from unauthorised disclosure. When we talk about confidentiality we often think of sensitive personal data such as medical records, financial information, or proprietary business secrets. The goal is to ensure that only authorised individuals or processes have access to that data. We implement confidentiality through mechanisms like authentication, authorisation and encryption. Authentication verifies identities – for example, your username and password. Authorisation ensures that an authenticated user can only access what they’re allowed to. Encryption protects data both in transit and at rest by making it unreadable without the proper key. Confidentiality also involves policies and procedures – training employees not to share passwords, ensuring laptops are encrypted and not left unattended, and following laws such as HIPAA and GDPR. Keep in mind that confidentiality isn’t absolute; sometimes we need to share data for legitimate purposes, and we have to do so safely.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Integrity refers to the trustworthiness and accuracy of information. When data has integrity, you can trust that it hasn’t been altered or corrupted either accidentally or maliciously. Integrity is important for everything from bank transactions to medical records; imagine if someone tampered with your electronic health record. Mechanisms for protecting integrity include cryptographic hashes, digital signatures, checksums and version control. For example, when you download software from the internet, the provider often publishes an SHA‑256 hash of the file; you can compute the hash of your downloaded file and compare it to the published value to verify that no one tampered with it. In our lab today you’ll practise computing hashes. Integrity controls also include audit logs and backups – if something is changed, we want a record of who did it and the ability to roll back to a known good state.</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Availability ensures that systems and data are accessible when needed. If a system is down due to a denial‑of‑service attack, hardware failure or misconfiguration, it doesn’t matter how confidential or pristine your data is – you can’t use it. Availability covers hardware and software redundancy, fault tolerance, disaster recovery, and incident response. It also encompasses performance and scalability; a web application that’s always up but unbearably slow is effectively unavailable. One challenge in security is balancing availability against other properties. For instance, limiting login attempts can protect confidentiality but might lock out legitimate users. During our case study we’ll see how poor availability planning exacerbated the impact of a breach. As you consider the CIA triad, think about the systems you use daily: how do confidentiality, integrity and availability manifest? Where are the trade‑offs?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Risk management vocabulary gives us a structured way to talk about security. An asset is anything of value worth protecting – data, systems, reputation, intellectual property, even people. A vulnerability is a weakness that could be exploited – software bugs, weak passwords, open ports, unpatched systems, or processes like leaving an unlocked cabinet. A threat is a potential cause of an unwanted incident – malicious hackers, natural disasters, insiders, supply chain failures. Risk is the likelihood that a threat will exploit a vulnerability and the impact if it does. Risk management involves identifying assets, understanding vulnerabilities, evaluating threats, and prioritising mitigations. For example, if your asset is customer data, a vulnerability might be an unencrypted database, and a threat might be a disgruntled employee – the risk is that data could be stolen, leading to financial loss and reputational damage. Being precise with this vocabulary helps organisations allocate resources effectively.</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To put these concepts into context, let’s examine a hypothetical cloud storage breach inspired by real incidents. Imagine a start‑up called CloudStore that provides file hosting services. Their primary assets include customer files, authentication data and business reputation. A vulnerability arises because they store access tokens in plaintext on a misconfigured server that’s accessible from the internet. The threat comes from attackers scanning for exposed servers; one discovers CloudStore’s misconfiguration and downloads the tokens. With those tokens the attacker gains unauthorised access to customer files and copies proprietary documents. The breach isn’t detected for a week because there are no integrity checks or logging; the attacker even modifies some files without detection. As the news breaks, customers lose trust and the company faces regulatory scrutiny. Analysing this case we can see how confidentiality was breached, integrity was compromised, and availability was impacted when CloudStore temporarily shut down to investigate. This example helps you practise identifying assets, vulnerabilities, threats and risk. How could CloudStore have mitigated this? Encryption of tokens, strict access controls, logging, monitoring and risk assessments would have reduced the likelihood and impact of this breach.</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rPr dirty="0"/>
              <a:t>Now let’s roll up our sleeves and explore cryptographic hashing. For this lab we’ll use a free web‑based tool called </a:t>
            </a:r>
            <a:r>
              <a:rPr dirty="0" err="1"/>
              <a:t>CyberChef</a:t>
            </a:r>
            <a:r>
              <a:rPr dirty="0"/>
              <a:t> at </a:t>
            </a:r>
            <a:r>
              <a:rPr dirty="0" err="1"/>
              <a:t>gchq.github.io</a:t>
            </a:r>
            <a:r>
              <a:rPr dirty="0"/>
              <a:t>/</a:t>
            </a:r>
            <a:r>
              <a:rPr dirty="0" err="1"/>
              <a:t>CyberChef</a:t>
            </a:r>
            <a:r>
              <a:rPr dirty="0"/>
              <a:t>. Please open a browser tab and navigate to the site. Once there, follow along with me. On the left side you’ll see a list of operations; in the </a:t>
            </a:r>
            <a:r>
              <a:rPr dirty="0" err="1"/>
              <a:t>centre</a:t>
            </a:r>
            <a:r>
              <a:rPr dirty="0"/>
              <a:t> is a script area; on the right is the output. To compute a hash: 1) Drag the ‘SHA‑256’ operation into the recipe area. 2) In the input box at the top, type a short message such as ‘privacy is a human right’ or load a small text file provided on the course page. 3) The output panel will display the SHA‑256 hash of your input. Notice how even small changes to the input produce radically different outputs; this property is called the avalanche effect and it’s what makes hashes useful for integrity checking. 4) Drag ‘To Base64’ below ‘SHA‑256’ in the recipe to convert the hash into a base64 string; observe that base64 is reversible – you can decode it back. 5) Try removing ‘SHA‑256’ and just encoding your original input to base64 to see the difference. 6) Finally, modify your input slightly – add a punctuation mark or change a letter – and compute the hash again. Note how drastically the hash changes even though the input changed only slightly. This lab shows how hashes and encodings work and underscores the importance of hashing for integrity. Feel free to experiment with different inputs and operations. We’ll give you about 20 minutes to </a:t>
            </a:r>
            <a:r>
              <a:rPr dirty="0" err="1"/>
              <a:t>practise</a:t>
            </a:r>
            <a:r>
              <a:rPr dirty="0"/>
              <a:t> and compare results with your peers. If you run into any issues, raise your hand and I’ll assist.</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a:p>
        </p:txBody>
      </p:sp>
      <p:sp>
        <p:nvSpPr>
          <p:cNvPr id="3" name="Notes Placeholder 2"/>
          <p:cNvSpPr>
            <a:spLocks noGrp="1"/>
          </p:cNvSpPr>
          <p:nvPr>
            <p:ph type="body" sz="quarter" idx="3"/>
          </p:nvPr>
        </p:nvSpPr>
        <p:spPr/>
        <p:txBody>
          <a:bodyPr/>
          <a:lstStyle/>
          <a:p>
            <a:r>
              <a:t>Our ethical practice doesn’t stop with technical measures; we must also critically consider how our tools and data are used. For your in‑class writing assignment, I’ve selected a short article entitled ‘Ethical Use of Data: Scenarios for Discussion’ focusing on predictive analytics in education. In Scenario 1, an education agency wants to use predictive analytics to identify students at risk of dropping out. The potential benefits include targeted support and improved retention. However, there are also serious concerns about privacy, bias, consent and fairness: could the model discriminate against certain groups? Could a label of ‘at risk’ become a self‑fulfilling prophecy? Your task is to write a thoughtful 1–2 paragraph response addressing the benefits of predictive analytics, the possible harms, and the safeguards that you would recommend to ensure ethical use. Think about transparency, informed consent, data minimisation, regular audits, and accountability. Draw connections to the CIA triad and risk vocabulary; for example, identify the assets (student data), threats (misuse of predictions), vulnerabilities (biased data or algorithms), and the resulting risks. You’ll have about 20 minutes to read the scenario and compose your response. Please write in complete sentences and provide specific suggestions. We’ll reconvene afterwards to discuss your ideas.</a:t>
            </a:r>
          </a:p>
        </p:txBody>
      </p:sp>
      <p:sp>
        <p:nvSpPr>
          <p:cNvPr id="4" name="Slide Number Placeholder 3"/>
          <p:cNvSpPr>
            <a:spLocks noGrp="1"/>
          </p:cNvSpPr>
          <p:nvPr>
            <p:ph type="sldNum" sz="quarter"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89B7BFD-8F45-4093-AD9C-91B15B0503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042BC7E5-76DB-4826-8C07-4A49B6353F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479558"/>
            <a:ext cx="1396390" cy="717514"/>
            <a:chOff x="0" y="1479558"/>
            <a:chExt cx="1861854" cy="717514"/>
          </a:xfrm>
          <a:solidFill>
            <a:schemeClr val="bg1"/>
          </a:solidFill>
        </p:grpSpPr>
        <p:sp>
          <p:nvSpPr>
            <p:cNvPr id="11" name="Freeform: Shape 10">
              <a:extLst>
                <a:ext uri="{FF2B5EF4-FFF2-40B4-BE49-F238E27FC236}">
                  <a16:creationId xmlns:a16="http://schemas.microsoft.com/office/drawing/2014/main" id="{E16C8D8F-10E9-4498-ABDB-0F923F8B6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479558"/>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7963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283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7963"/>
                  </a:lnTo>
                  <a:lnTo>
                    <a:pt x="1613277" y="39017"/>
                  </a:lnTo>
                  <a:lnTo>
                    <a:pt x="1374516" y="277779"/>
                  </a:lnTo>
                  <a:lnTo>
                    <a:pt x="1135754" y="39017"/>
                  </a:lnTo>
                  <a:lnTo>
                    <a:pt x="896745" y="277779"/>
                  </a:lnTo>
                  <a:lnTo>
                    <a:pt x="657984" y="39017"/>
                  </a:lnTo>
                  <a:lnTo>
                    <a:pt x="419222" y="277779"/>
                  </a:lnTo>
                  <a:lnTo>
                    <a:pt x="180458" y="39017"/>
                  </a:lnTo>
                  <a:lnTo>
                    <a:pt x="0" y="219283"/>
                  </a:lnTo>
                  <a:lnTo>
                    <a:pt x="0" y="180458"/>
                  </a:lnTo>
                  <a:close/>
                </a:path>
              </a:pathLst>
            </a:custGeom>
            <a:grpFill/>
            <a:ln w="9525" cap="flat">
              <a:noFill/>
              <a:prstDash val="solid"/>
              <a:miter/>
            </a:ln>
          </p:spPr>
          <p:txBody>
            <a:bodyPr wrap="square" rtlCol="0" anchor="ctr">
              <a:noAutofit/>
            </a:bodyPr>
            <a:lstStyle/>
            <a:p>
              <a:endParaRPr lang="en-US"/>
            </a:p>
          </p:txBody>
        </p:sp>
        <p:sp>
          <p:nvSpPr>
            <p:cNvPr id="12" name="Freeform: Shape 11">
              <a:extLst>
                <a:ext uri="{FF2B5EF4-FFF2-40B4-BE49-F238E27FC236}">
                  <a16:creationId xmlns:a16="http://schemas.microsoft.com/office/drawing/2014/main" id="{1E5A83E3-8A11-4492-BB6E-F5F2240316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1919293"/>
              <a:ext cx="1861854" cy="277779"/>
            </a:xfrm>
            <a:custGeom>
              <a:avLst/>
              <a:gdLst>
                <a:gd name="connsiteX0" fmla="*/ 180458 w 1861854"/>
                <a:gd name="connsiteY0" fmla="*/ 0 h 277779"/>
                <a:gd name="connsiteX1" fmla="*/ 419222 w 1861854"/>
                <a:gd name="connsiteY1" fmla="*/ 238761 h 277779"/>
                <a:gd name="connsiteX2" fmla="*/ 657984 w 1861854"/>
                <a:gd name="connsiteY2" fmla="*/ 0 h 277779"/>
                <a:gd name="connsiteX3" fmla="*/ 896745 w 1861854"/>
                <a:gd name="connsiteY3" fmla="*/ 238761 h 277779"/>
                <a:gd name="connsiteX4" fmla="*/ 1135754 w 1861854"/>
                <a:gd name="connsiteY4" fmla="*/ 0 h 277779"/>
                <a:gd name="connsiteX5" fmla="*/ 1374516 w 1861854"/>
                <a:gd name="connsiteY5" fmla="*/ 238761 h 277779"/>
                <a:gd name="connsiteX6" fmla="*/ 1613277 w 1861854"/>
                <a:gd name="connsiteY6" fmla="*/ 0 h 277779"/>
                <a:gd name="connsiteX7" fmla="*/ 1861854 w 1861854"/>
                <a:gd name="connsiteY7" fmla="*/ 248577 h 277779"/>
                <a:gd name="connsiteX8" fmla="*/ 1842470 w 1861854"/>
                <a:gd name="connsiteY8" fmla="*/ 268208 h 277779"/>
                <a:gd name="connsiteX9" fmla="*/ 1613277 w 1861854"/>
                <a:gd name="connsiteY9" fmla="*/ 39017 h 277779"/>
                <a:gd name="connsiteX10" fmla="*/ 1374516 w 1861854"/>
                <a:gd name="connsiteY10" fmla="*/ 277779 h 277779"/>
                <a:gd name="connsiteX11" fmla="*/ 1135754 w 1861854"/>
                <a:gd name="connsiteY11" fmla="*/ 39017 h 277779"/>
                <a:gd name="connsiteX12" fmla="*/ 896745 w 1861854"/>
                <a:gd name="connsiteY12" fmla="*/ 277779 h 277779"/>
                <a:gd name="connsiteX13" fmla="*/ 657984 w 1861854"/>
                <a:gd name="connsiteY13" fmla="*/ 39017 h 277779"/>
                <a:gd name="connsiteX14" fmla="*/ 419222 w 1861854"/>
                <a:gd name="connsiteY14" fmla="*/ 277779 h 277779"/>
                <a:gd name="connsiteX15" fmla="*/ 180458 w 1861854"/>
                <a:gd name="connsiteY15" fmla="*/ 39017 h 277779"/>
                <a:gd name="connsiteX16" fmla="*/ 0 w 1861854"/>
                <a:gd name="connsiteY16" fmla="*/ 219475 h 277779"/>
                <a:gd name="connsiteX17" fmla="*/ 0 w 1861854"/>
                <a:gd name="connsiteY17" fmla="*/ 180458 h 27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61854" h="277779">
                  <a:moveTo>
                    <a:pt x="180458" y="0"/>
                  </a:moveTo>
                  <a:lnTo>
                    <a:pt x="419222" y="238761"/>
                  </a:lnTo>
                  <a:lnTo>
                    <a:pt x="657984" y="0"/>
                  </a:lnTo>
                  <a:lnTo>
                    <a:pt x="896745" y="238761"/>
                  </a:lnTo>
                  <a:lnTo>
                    <a:pt x="1135754" y="0"/>
                  </a:lnTo>
                  <a:lnTo>
                    <a:pt x="1374516" y="238761"/>
                  </a:lnTo>
                  <a:lnTo>
                    <a:pt x="1613277" y="0"/>
                  </a:lnTo>
                  <a:lnTo>
                    <a:pt x="1861854" y="248577"/>
                  </a:lnTo>
                  <a:lnTo>
                    <a:pt x="1842470" y="268208"/>
                  </a:lnTo>
                  <a:lnTo>
                    <a:pt x="1613277" y="39017"/>
                  </a:lnTo>
                  <a:lnTo>
                    <a:pt x="1374516" y="277779"/>
                  </a:lnTo>
                  <a:lnTo>
                    <a:pt x="1135754" y="39017"/>
                  </a:lnTo>
                  <a:lnTo>
                    <a:pt x="896745" y="277779"/>
                  </a:lnTo>
                  <a:lnTo>
                    <a:pt x="657984" y="39017"/>
                  </a:lnTo>
                  <a:lnTo>
                    <a:pt x="419222" y="277779"/>
                  </a:lnTo>
                  <a:lnTo>
                    <a:pt x="180458" y="39017"/>
                  </a:lnTo>
                  <a:lnTo>
                    <a:pt x="0" y="219475"/>
                  </a:lnTo>
                  <a:lnTo>
                    <a:pt x="0" y="180458"/>
                  </a:lnTo>
                  <a:close/>
                </a:path>
              </a:pathLst>
            </a:custGeom>
            <a:grpFill/>
            <a:ln w="9525" cap="flat">
              <a:noFill/>
              <a:prstDash val="solid"/>
              <a:miter/>
            </a:ln>
          </p:spPr>
          <p:txBody>
            <a:bodyPr wrap="square" rtlCol="0" anchor="ctr">
              <a:noAutofit/>
            </a:bodyPr>
            <a:lstStyle/>
            <a:p>
              <a:endParaRPr lang="en-US"/>
            </a:p>
          </p:txBody>
        </p:sp>
      </p:grpSp>
      <p:sp>
        <p:nvSpPr>
          <p:cNvPr id="14" name="Freeform: Shape 13">
            <a:extLst>
              <a:ext uri="{FF2B5EF4-FFF2-40B4-BE49-F238E27FC236}">
                <a16:creationId xmlns:a16="http://schemas.microsoft.com/office/drawing/2014/main" id="{498F8FF6-43B4-494A-AF8F-123A4983E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14244" y="-34538"/>
            <a:ext cx="4991553" cy="6335470"/>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2B06059C-C357-4011-82B9-9C01063013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66395" y="-23905"/>
            <a:ext cx="5028938" cy="6318526"/>
          </a:xfrm>
          <a:custGeom>
            <a:avLst/>
            <a:gdLst>
              <a:gd name="connsiteX0" fmla="*/ 1825048 w 6355652"/>
              <a:gd name="connsiteY0" fmla="*/ 0 h 6050127"/>
              <a:gd name="connsiteX1" fmla="*/ 4530604 w 6355652"/>
              <a:gd name="connsiteY1" fmla="*/ 0 h 6050127"/>
              <a:gd name="connsiteX2" fmla="*/ 4692567 w 6355652"/>
              <a:gd name="connsiteY2" fmla="*/ 78022 h 6050127"/>
              <a:gd name="connsiteX3" fmla="*/ 6355652 w 6355652"/>
              <a:gd name="connsiteY3" fmla="*/ 2872301 h 6050127"/>
              <a:gd name="connsiteX4" fmla="*/ 3177826 w 6355652"/>
              <a:gd name="connsiteY4" fmla="*/ 6050127 h 6050127"/>
              <a:gd name="connsiteX5" fmla="*/ 0 w 6355652"/>
              <a:gd name="connsiteY5" fmla="*/ 2872301 h 6050127"/>
              <a:gd name="connsiteX6" fmla="*/ 1663086 w 6355652"/>
              <a:gd name="connsiteY6" fmla="*/ 78022 h 6050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6050127">
                <a:moveTo>
                  <a:pt x="1825048" y="0"/>
                </a:moveTo>
                <a:lnTo>
                  <a:pt x="4530604" y="0"/>
                </a:lnTo>
                <a:lnTo>
                  <a:pt x="4692567" y="78022"/>
                </a:lnTo>
                <a:cubicBezTo>
                  <a:pt x="5683175" y="616152"/>
                  <a:pt x="6355652" y="1665694"/>
                  <a:pt x="6355652" y="2872301"/>
                </a:cubicBezTo>
                <a:cubicBezTo>
                  <a:pt x="6355652" y="4627366"/>
                  <a:pt x="4932891" y="6050127"/>
                  <a:pt x="3177826" y="6050127"/>
                </a:cubicBezTo>
                <a:cubicBezTo>
                  <a:pt x="1422761" y="6050127"/>
                  <a:pt x="0" y="4627366"/>
                  <a:pt x="0" y="2872301"/>
                </a:cubicBezTo>
                <a:cubicBezTo>
                  <a:pt x="0" y="1665694"/>
                  <a:pt x="672477" y="616152"/>
                  <a:pt x="1663086" y="78022"/>
                </a:cubicBezTo>
                <a:close/>
              </a:path>
            </a:pathLst>
          </a:cu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5AFEC601-A132-47EE-B0C2-B38ACD9FC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0164" y="-23905"/>
            <a:ext cx="5028938" cy="6215019"/>
          </a:xfrm>
          <a:custGeom>
            <a:avLst/>
            <a:gdLst>
              <a:gd name="connsiteX0" fmla="*/ 1529549 w 6355652"/>
              <a:gd name="connsiteY0" fmla="*/ 0 h 5890980"/>
              <a:gd name="connsiteX1" fmla="*/ 4826104 w 6355652"/>
              <a:gd name="connsiteY1" fmla="*/ 0 h 5890980"/>
              <a:gd name="connsiteX2" fmla="*/ 4954579 w 6355652"/>
              <a:gd name="connsiteY2" fmla="*/ 78051 h 5890980"/>
              <a:gd name="connsiteX3" fmla="*/ 6355652 w 6355652"/>
              <a:gd name="connsiteY3" fmla="*/ 2713154 h 5890980"/>
              <a:gd name="connsiteX4" fmla="*/ 3177826 w 6355652"/>
              <a:gd name="connsiteY4" fmla="*/ 5890980 h 5890980"/>
              <a:gd name="connsiteX5" fmla="*/ 0 w 6355652"/>
              <a:gd name="connsiteY5" fmla="*/ 2713154 h 5890980"/>
              <a:gd name="connsiteX6" fmla="*/ 1401073 w 6355652"/>
              <a:gd name="connsiteY6" fmla="*/ 78051 h 5890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55652" h="5890980">
                <a:moveTo>
                  <a:pt x="1529549" y="0"/>
                </a:moveTo>
                <a:lnTo>
                  <a:pt x="4826104" y="0"/>
                </a:lnTo>
                <a:lnTo>
                  <a:pt x="4954579" y="78051"/>
                </a:lnTo>
                <a:cubicBezTo>
                  <a:pt x="5799886" y="649129"/>
                  <a:pt x="6355652" y="1616239"/>
                  <a:pt x="6355652" y="2713154"/>
                </a:cubicBezTo>
                <a:cubicBezTo>
                  <a:pt x="6355652" y="4468219"/>
                  <a:pt x="4932891" y="5890980"/>
                  <a:pt x="3177826" y="5890980"/>
                </a:cubicBezTo>
                <a:cubicBezTo>
                  <a:pt x="1422761" y="5890980"/>
                  <a:pt x="0" y="4468219"/>
                  <a:pt x="0" y="2713154"/>
                </a:cubicBezTo>
                <a:cubicBezTo>
                  <a:pt x="0" y="1616239"/>
                  <a:pt x="555766" y="649129"/>
                  <a:pt x="1401073" y="78051"/>
                </a:cubicBezTo>
                <a:close/>
              </a:path>
            </a:pathLst>
          </a:custGeom>
          <a:solidFill>
            <a:schemeClr val="tx1"/>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681806" y="895483"/>
            <a:ext cx="4339674" cy="3011190"/>
          </a:xfrm>
        </p:spPr>
        <p:txBody>
          <a:bodyPr>
            <a:normAutofit/>
          </a:bodyPr>
          <a:lstStyle/>
          <a:p>
            <a:r>
              <a:rPr lang="en-US" sz="4700">
                <a:solidFill>
                  <a:schemeClr val="bg1"/>
                </a:solidFill>
              </a:rPr>
              <a:t>CST‑2412: Week 2 Day 1</a:t>
            </a:r>
          </a:p>
        </p:txBody>
      </p:sp>
      <p:sp>
        <p:nvSpPr>
          <p:cNvPr id="3" name="Subtitle 2"/>
          <p:cNvSpPr>
            <a:spLocks noGrp="1"/>
          </p:cNvSpPr>
          <p:nvPr>
            <p:ph type="subTitle" idx="1"/>
          </p:nvPr>
        </p:nvSpPr>
        <p:spPr>
          <a:xfrm>
            <a:off x="1849702" y="4142096"/>
            <a:ext cx="4003883" cy="1055142"/>
          </a:xfrm>
        </p:spPr>
        <p:txBody>
          <a:bodyPr>
            <a:normAutofit/>
          </a:bodyPr>
          <a:lstStyle/>
          <a:p>
            <a:r>
              <a:rPr lang="en-US" sz="1700">
                <a:solidFill>
                  <a:schemeClr val="bg1"/>
                </a:solidFill>
              </a:rPr>
              <a:t>Data Privacy &amp; Security – CIA Triad &amp; Risk Management</a:t>
            </a:r>
          </a:p>
        </p:txBody>
      </p:sp>
      <p:sp>
        <p:nvSpPr>
          <p:cNvPr id="20" name="Graphic 212">
            <a:extLst>
              <a:ext uri="{FF2B5EF4-FFF2-40B4-BE49-F238E27FC236}">
                <a16:creationId xmlns:a16="http://schemas.microsoft.com/office/drawing/2014/main" id="{279CAF82-0ECF-42BE-8F37-F71941E5D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1037" y="188494"/>
            <a:ext cx="786278"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22" name="Graphic 212">
            <a:extLst>
              <a:ext uri="{FF2B5EF4-FFF2-40B4-BE49-F238E27FC236}">
                <a16:creationId xmlns:a16="http://schemas.microsoft.com/office/drawing/2014/main" id="{218E095B-4870-4AD5-9C41-C16D595235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1037" y="188494"/>
            <a:ext cx="786278" cy="1048371"/>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4" name="Graphic 185">
            <a:extLst>
              <a:ext uri="{FF2B5EF4-FFF2-40B4-BE49-F238E27FC236}">
                <a16:creationId xmlns:a16="http://schemas.microsoft.com/office/drawing/2014/main" id="{FB9739EB-7F66-433D-841F-AB3CD18700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187321" y="3578317"/>
            <a:ext cx="790849" cy="469689"/>
            <a:chOff x="9841624" y="4115729"/>
            <a:chExt cx="602169" cy="268223"/>
          </a:xfrm>
          <a:solidFill>
            <a:schemeClr val="bg1"/>
          </a:solidFill>
        </p:grpSpPr>
        <p:sp>
          <p:nvSpPr>
            <p:cNvPr id="25" name="Freeform: Shape 24">
              <a:extLst>
                <a:ext uri="{FF2B5EF4-FFF2-40B4-BE49-F238E27FC236}">
                  <a16:creationId xmlns:a16="http://schemas.microsoft.com/office/drawing/2014/main" id="{104F2BBD-A005-4DCB-9566-F2351050BE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B00DEC7-198B-49D1-98FD-018F3ECFCF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F14DFC82-B3B3-468E-91B3-1302CFC68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3250EFE-214E-4B8E-AF96-036A514FFB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D058EBE-D4A5-4C43-B170-6A451F87A7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1" name="Oval 30">
            <a:extLst>
              <a:ext uri="{FF2B5EF4-FFF2-40B4-BE49-F238E27FC236}">
                <a16:creationId xmlns:a16="http://schemas.microsoft.com/office/drawing/2014/main" id="{033BC44A-0661-43B4-9C14-FD5963C226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393" y="4910353"/>
            <a:ext cx="351068" cy="468090"/>
          </a:xfrm>
          <a:prstGeom prst="ellipse">
            <a:avLst/>
          </a:pr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Oval 32">
            <a:extLst>
              <a:ext uri="{FF2B5EF4-FFF2-40B4-BE49-F238E27FC236}">
                <a16:creationId xmlns:a16="http://schemas.microsoft.com/office/drawing/2014/main" id="{BE8CB2F0-2F5A-4EBD-B214-E0309C31F5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393" y="4910353"/>
            <a:ext cx="351068" cy="468090"/>
          </a:xfrm>
          <a:prstGeom prst="ellipse">
            <a:avLst/>
          </a:pr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5" name="Freeform: Shape 34">
            <a:extLst>
              <a:ext uri="{FF2B5EF4-FFF2-40B4-BE49-F238E27FC236}">
                <a16:creationId xmlns:a16="http://schemas.microsoft.com/office/drawing/2014/main" id="{FFD3887D-244B-4EC4-9208-E304984C5D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66850" y="4200769"/>
            <a:ext cx="2077150"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rgbClr val="FFFFFF"/>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37" name="Freeform: Shape 36">
            <a:extLst>
              <a:ext uri="{FF2B5EF4-FFF2-40B4-BE49-F238E27FC236}">
                <a16:creationId xmlns:a16="http://schemas.microsoft.com/office/drawing/2014/main" id="{97224C31-855E-4593-8A58-5B2B0CC4F5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66850" y="4200769"/>
            <a:ext cx="2077150" cy="2657232"/>
          </a:xfrm>
          <a:custGeom>
            <a:avLst/>
            <a:gdLst>
              <a:gd name="connsiteX0" fmla="*/ 2473947 w 3432581"/>
              <a:gd name="connsiteY0" fmla="*/ 0 h 3293393"/>
              <a:gd name="connsiteX1" fmla="*/ 3209623 w 3432581"/>
              <a:gd name="connsiteY1" fmla="*/ 111224 h 3293393"/>
              <a:gd name="connsiteX2" fmla="*/ 3432581 w 3432581"/>
              <a:gd name="connsiteY2" fmla="*/ 192828 h 3293393"/>
              <a:gd name="connsiteX3" fmla="*/ 3432581 w 3432581"/>
              <a:gd name="connsiteY3" fmla="*/ 3293393 h 3293393"/>
              <a:gd name="connsiteX4" fmla="*/ 141884 w 3432581"/>
              <a:gd name="connsiteY4" fmla="*/ 3293393 h 3293393"/>
              <a:gd name="connsiteX5" fmla="*/ 111224 w 3432581"/>
              <a:gd name="connsiteY5" fmla="*/ 3209623 h 3293393"/>
              <a:gd name="connsiteX6" fmla="*/ 0 w 3432581"/>
              <a:gd name="connsiteY6" fmla="*/ 2473947 h 3293393"/>
              <a:gd name="connsiteX7" fmla="*/ 2473947 w 3432581"/>
              <a:gd name="connsiteY7" fmla="*/ 0 h 3293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32581" h="3293393">
                <a:moveTo>
                  <a:pt x="2473947" y="0"/>
                </a:moveTo>
                <a:cubicBezTo>
                  <a:pt x="2730133" y="0"/>
                  <a:pt x="2977223" y="38940"/>
                  <a:pt x="3209623" y="111224"/>
                </a:cubicBezTo>
                <a:lnTo>
                  <a:pt x="3432581" y="192828"/>
                </a:lnTo>
                <a:lnTo>
                  <a:pt x="3432581" y="3293393"/>
                </a:lnTo>
                <a:lnTo>
                  <a:pt x="141884" y="3293393"/>
                </a:lnTo>
                <a:lnTo>
                  <a:pt x="111224" y="3209623"/>
                </a:lnTo>
                <a:cubicBezTo>
                  <a:pt x="38940" y="2977224"/>
                  <a:pt x="0" y="2730133"/>
                  <a:pt x="0" y="2473947"/>
                </a:cubicBezTo>
                <a:cubicBezTo>
                  <a:pt x="0" y="1107624"/>
                  <a:pt x="1107624" y="0"/>
                  <a:pt x="2473947" y="0"/>
                </a:cubicBezTo>
                <a:close/>
              </a:path>
            </a:pathLst>
          </a:custGeom>
          <a:solidFill>
            <a:schemeClr val="accent2">
              <a:alpha val="30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sz="4100">
                <a:solidFill>
                  <a:schemeClr val="bg1"/>
                </a:solidFill>
              </a:rPr>
              <a:t>Learning Objectives &amp; Agenda</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EAA6F99A-8218-8A3F-E3D4-B7DDC553FF72}"/>
              </a:ext>
            </a:extLst>
          </p:cNvPr>
          <p:cNvGraphicFramePr>
            <a:graphicFrameLocks noGrp="1"/>
          </p:cNvGraphicFramePr>
          <p:nvPr>
            <p:ph idx="1"/>
            <p:extLst>
              <p:ext uri="{D42A27DB-BD31-4B8C-83A1-F6EECF244321}">
                <p14:modId xmlns:p14="http://schemas.microsoft.com/office/powerpoint/2010/main" val="900832584"/>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a:solidFill>
                  <a:schemeClr val="bg1"/>
                </a:solidFill>
              </a:rPr>
              <a:t>Review of Week 1</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D5301791-5A3E-06E4-C0D0-E6E34345ACE0}"/>
              </a:ext>
            </a:extLst>
          </p:cNvPr>
          <p:cNvGraphicFramePr>
            <a:graphicFrameLocks noGrp="1"/>
          </p:cNvGraphicFramePr>
          <p:nvPr>
            <p:ph idx="1"/>
            <p:extLst>
              <p:ext uri="{D42A27DB-BD31-4B8C-83A1-F6EECF244321}">
                <p14:modId xmlns:p14="http://schemas.microsoft.com/office/powerpoint/2010/main" val="2166196602"/>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a:solidFill>
                  <a:schemeClr val="bg1"/>
                </a:solidFill>
              </a:rPr>
              <a:t>The CIA Triad</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1AD9FFAB-B7C7-20B8-1E6F-45C6B73FF285}"/>
              </a:ext>
            </a:extLst>
          </p:cNvPr>
          <p:cNvGraphicFramePr>
            <a:graphicFrameLocks noGrp="1"/>
          </p:cNvGraphicFramePr>
          <p:nvPr>
            <p:ph idx="1"/>
            <p:extLst>
              <p:ext uri="{D42A27DB-BD31-4B8C-83A1-F6EECF244321}">
                <p14:modId xmlns:p14="http://schemas.microsoft.com/office/powerpoint/2010/main" val="3311537515"/>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sz="2800">
                <a:solidFill>
                  <a:schemeClr val="bg1"/>
                </a:solidFill>
              </a:rPr>
              <a:t>Confidentiality</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BEEF5D4E-CD8C-6118-C925-30521A56E7D7}"/>
              </a:ext>
            </a:extLst>
          </p:cNvPr>
          <p:cNvGraphicFramePr>
            <a:graphicFrameLocks noGrp="1"/>
          </p:cNvGraphicFramePr>
          <p:nvPr>
            <p:ph idx="1"/>
            <p:extLst>
              <p:ext uri="{D42A27DB-BD31-4B8C-83A1-F6EECF244321}">
                <p14:modId xmlns:p14="http://schemas.microsoft.com/office/powerpoint/2010/main" val="3077526904"/>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a:solidFill>
                  <a:schemeClr val="bg1"/>
                </a:solidFill>
              </a:rPr>
              <a:t>Integrity</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96BD7B1C-0ED6-92CC-FA72-A783BD251014}"/>
              </a:ext>
            </a:extLst>
          </p:cNvPr>
          <p:cNvGraphicFramePr>
            <a:graphicFrameLocks noGrp="1"/>
          </p:cNvGraphicFramePr>
          <p:nvPr>
            <p:ph idx="1"/>
            <p:extLst>
              <p:ext uri="{D42A27DB-BD31-4B8C-83A1-F6EECF244321}">
                <p14:modId xmlns:p14="http://schemas.microsoft.com/office/powerpoint/2010/main" val="2086630785"/>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sz="3700">
                <a:solidFill>
                  <a:schemeClr val="bg1"/>
                </a:solidFill>
              </a:rPr>
              <a:t>Availability</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0599E26D-E6DB-5547-CCD1-CE2095C21CA4}"/>
              </a:ext>
            </a:extLst>
          </p:cNvPr>
          <p:cNvGraphicFramePr>
            <a:graphicFrameLocks noGrp="1"/>
          </p:cNvGraphicFramePr>
          <p:nvPr>
            <p:ph idx="1"/>
            <p:extLst>
              <p:ext uri="{D42A27DB-BD31-4B8C-83A1-F6EECF244321}">
                <p14:modId xmlns:p14="http://schemas.microsoft.com/office/powerpoint/2010/main" val="4238212399"/>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sz="3100">
                <a:solidFill>
                  <a:schemeClr val="bg1"/>
                </a:solidFill>
              </a:rPr>
              <a:t>Risk Management Vocabulary</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6F7EE519-2029-E3C5-5346-CA9E9DFAC7CD}"/>
              </a:ext>
            </a:extLst>
          </p:cNvPr>
          <p:cNvGraphicFramePr>
            <a:graphicFrameLocks noGrp="1"/>
          </p:cNvGraphicFramePr>
          <p:nvPr>
            <p:ph idx="1"/>
            <p:extLst>
              <p:ext uri="{D42A27DB-BD31-4B8C-83A1-F6EECF244321}">
                <p14:modId xmlns:p14="http://schemas.microsoft.com/office/powerpoint/2010/main" val="941850543"/>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a:solidFill>
                  <a:schemeClr val="bg1"/>
                </a:solidFill>
              </a:rPr>
              <a:t>Case Study: Cloud Storage Breach</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969C78D9-8F31-A865-A01B-E70C56F96927}"/>
              </a:ext>
            </a:extLst>
          </p:cNvPr>
          <p:cNvGraphicFramePr>
            <a:graphicFrameLocks noGrp="1"/>
          </p:cNvGraphicFramePr>
          <p:nvPr>
            <p:ph idx="1"/>
            <p:extLst>
              <p:ext uri="{D42A27DB-BD31-4B8C-83A1-F6EECF244321}">
                <p14:modId xmlns:p14="http://schemas.microsoft.com/office/powerpoint/2010/main" val="1361919483"/>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a:solidFill>
                  <a:schemeClr val="bg1"/>
                </a:solidFill>
              </a:rPr>
              <a:t>Lab: Hashing &amp; Encoding</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F2DD9BAD-EEA7-D8C4-AEB8-F39CD91AFCAE}"/>
              </a:ext>
            </a:extLst>
          </p:cNvPr>
          <p:cNvGraphicFramePr>
            <a:graphicFrameLocks noGrp="1"/>
          </p:cNvGraphicFramePr>
          <p:nvPr>
            <p:ph idx="1"/>
            <p:extLst>
              <p:ext uri="{D42A27DB-BD31-4B8C-83A1-F6EECF244321}">
                <p14:modId xmlns:p14="http://schemas.microsoft.com/office/powerpoint/2010/main" val="3969819508"/>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66794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628650" y="1195697"/>
            <a:ext cx="2400300" cy="4238118"/>
          </a:xfrm>
        </p:spPr>
        <p:txBody>
          <a:bodyPr>
            <a:normAutofit/>
          </a:bodyPr>
          <a:lstStyle/>
          <a:p>
            <a:r>
              <a:rPr lang="en-US" sz="3400">
                <a:solidFill>
                  <a:schemeClr val="bg1"/>
                </a:solidFill>
              </a:rPr>
              <a:t>Writing Assignment: Ethical Use of Data</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432689"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695" y="4752208"/>
            <a:ext cx="273765"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82214" y="5539935"/>
            <a:ext cx="731374"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C9AFCA57-C918-950C-9BCE-C218D39BB338}"/>
              </a:ext>
            </a:extLst>
          </p:cNvPr>
          <p:cNvGraphicFramePr>
            <a:graphicFrameLocks noGrp="1"/>
          </p:cNvGraphicFramePr>
          <p:nvPr>
            <p:ph idx="1"/>
            <p:extLst>
              <p:ext uri="{D42A27DB-BD31-4B8C-83A1-F6EECF244321}">
                <p14:modId xmlns:p14="http://schemas.microsoft.com/office/powerpoint/2010/main" val="544879979"/>
              </p:ext>
            </p:extLst>
          </p:nvPr>
        </p:nvGraphicFramePr>
        <p:xfrm>
          <a:off x="4113104" y="477540"/>
          <a:ext cx="47262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2534</Words>
  <Application>Microsoft Macintosh PowerPoint</Application>
  <PresentationFormat>On-screen Show (4:3)</PresentationFormat>
  <Paragraphs>67</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CST‑2412: Week 2 Day 1</vt:lpstr>
      <vt:lpstr>Learning Objectives &amp; Agenda</vt:lpstr>
      <vt:lpstr>Review of Week 1</vt:lpstr>
      <vt:lpstr>The CIA Triad</vt:lpstr>
      <vt:lpstr>Confidentiality</vt:lpstr>
      <vt:lpstr>Integrity</vt:lpstr>
      <vt:lpstr>Availability</vt:lpstr>
      <vt:lpstr>Risk Management Vocabulary</vt:lpstr>
      <vt:lpstr>Case Study: Cloud Storage Breach</vt:lpstr>
      <vt:lpstr>Lab: Hashing &amp; Encoding</vt:lpstr>
      <vt:lpstr>Writing Assignment: Ethical Use of Data</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Atilio Barreda</cp:lastModifiedBy>
  <cp:revision>2</cp:revision>
  <dcterms:created xsi:type="dcterms:W3CDTF">2013-01-27T09:14:16Z</dcterms:created>
  <dcterms:modified xsi:type="dcterms:W3CDTF">2026-02-03T20:05:18Z</dcterms:modified>
  <cp:category/>
</cp:coreProperties>
</file>